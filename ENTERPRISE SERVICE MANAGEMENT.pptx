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2" r:id="rId7"/>
    <p:sldId id="265" r:id="rId8"/>
    <p:sldId id="266" r:id="rId9"/>
    <p:sldId id="267" r:id="rId10"/>
    <p:sldId id="271" r:id="rId11"/>
    <p:sldId id="273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5D2793-6C53-41B0-8D6E-CC61DAC7FD5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49C55E-4CAC-4969-9AE6-F3BFE8B1C84F}">
      <dgm:prSet phldrT="[Text]" custT="1"/>
      <dgm:spPr/>
      <dgm:t>
        <a:bodyPr/>
        <a:lstStyle/>
        <a:p>
          <a:r>
            <a:rPr lang="en-US" sz="1600" b="1" i="0" dirty="0"/>
            <a:t>Unified Ticket Management</a:t>
          </a:r>
          <a:endParaRPr lang="en-US" sz="1600" dirty="0"/>
        </a:p>
      </dgm:t>
    </dgm:pt>
    <dgm:pt modelId="{302F3622-96F7-43ED-867C-8EBD13FF0F87}" type="parTrans" cxnId="{70DB92E2-9804-44AA-B806-DE2AD4440BB7}">
      <dgm:prSet/>
      <dgm:spPr/>
      <dgm:t>
        <a:bodyPr/>
        <a:lstStyle/>
        <a:p>
          <a:endParaRPr lang="en-US" sz="2400"/>
        </a:p>
      </dgm:t>
    </dgm:pt>
    <dgm:pt modelId="{50E196B3-E9AB-47F6-A6B7-89EAA9C42DD1}" type="sibTrans" cxnId="{70DB92E2-9804-44AA-B806-DE2AD4440BB7}">
      <dgm:prSet/>
      <dgm:spPr/>
      <dgm:t>
        <a:bodyPr/>
        <a:lstStyle/>
        <a:p>
          <a:endParaRPr lang="en-US" sz="2400"/>
        </a:p>
      </dgm:t>
    </dgm:pt>
    <dgm:pt modelId="{F38F117E-B284-4B63-A5F1-733EBCFD30FA}">
      <dgm:prSet custT="1"/>
      <dgm:spPr/>
      <dgm:t>
        <a:bodyPr/>
        <a:lstStyle/>
        <a:p>
          <a:r>
            <a:rPr lang="en-US" sz="1600" b="1" i="0" dirty="0"/>
            <a:t>Configurable Orchestration</a:t>
          </a:r>
          <a:endParaRPr lang="en-US" sz="1600" dirty="0"/>
        </a:p>
      </dgm:t>
    </dgm:pt>
    <dgm:pt modelId="{2DAA977F-B8DD-4F04-A167-5BB231054C64}" type="parTrans" cxnId="{4DF22425-ADAB-4BBC-9EDF-461C93B3BF17}">
      <dgm:prSet/>
      <dgm:spPr/>
      <dgm:t>
        <a:bodyPr/>
        <a:lstStyle/>
        <a:p>
          <a:endParaRPr lang="en-US" sz="2400"/>
        </a:p>
      </dgm:t>
    </dgm:pt>
    <dgm:pt modelId="{27AE72A1-EBC9-4C58-95C9-1C679C0B432C}" type="sibTrans" cxnId="{4DF22425-ADAB-4BBC-9EDF-461C93B3BF17}">
      <dgm:prSet/>
      <dgm:spPr/>
      <dgm:t>
        <a:bodyPr/>
        <a:lstStyle/>
        <a:p>
          <a:endParaRPr lang="en-US" sz="2400"/>
        </a:p>
      </dgm:t>
    </dgm:pt>
    <dgm:pt modelId="{D3D30E3B-C039-4418-BA35-956965DB750D}">
      <dgm:prSet phldrT="[Text]" custT="1"/>
      <dgm:spPr/>
      <dgm:t>
        <a:bodyPr/>
        <a:lstStyle/>
        <a:p>
          <a:r>
            <a:rPr lang="en-US" sz="1600" b="0" i="0" dirty="0"/>
            <a:t>End‑to‑end ticket creation, updates, commenting, tracking, and bulk operations for efficient service handling.</a:t>
          </a:r>
          <a:endParaRPr lang="en-US" sz="1600" dirty="0"/>
        </a:p>
      </dgm:t>
    </dgm:pt>
    <dgm:pt modelId="{34CFD734-8745-4FBD-8F67-853E308F7B26}" type="parTrans" cxnId="{9ED0EA00-4AE8-40FF-B06D-A1EB80C30AF2}">
      <dgm:prSet/>
      <dgm:spPr/>
      <dgm:t>
        <a:bodyPr/>
        <a:lstStyle/>
        <a:p>
          <a:endParaRPr lang="en-US" sz="2400"/>
        </a:p>
      </dgm:t>
    </dgm:pt>
    <dgm:pt modelId="{4A4663D8-B6B2-4CC4-8FCB-01C35FA1AF74}" type="sibTrans" cxnId="{9ED0EA00-4AE8-40FF-B06D-A1EB80C30AF2}">
      <dgm:prSet/>
      <dgm:spPr/>
      <dgm:t>
        <a:bodyPr/>
        <a:lstStyle/>
        <a:p>
          <a:endParaRPr lang="en-US" sz="2400"/>
        </a:p>
      </dgm:t>
    </dgm:pt>
    <dgm:pt modelId="{21ACB4CD-E639-4C5B-B4C2-E6C3C0A555DB}">
      <dgm:prSet custT="1"/>
      <dgm:spPr/>
      <dgm:t>
        <a:bodyPr/>
        <a:lstStyle/>
        <a:p>
          <a:r>
            <a:rPr lang="en-US" sz="1600" b="1" i="0" dirty="0"/>
            <a:t>Advanced Monitoring &amp; SLA Insights</a:t>
          </a:r>
          <a:endParaRPr lang="en-US" sz="1600" dirty="0"/>
        </a:p>
      </dgm:t>
    </dgm:pt>
    <dgm:pt modelId="{648906B9-DF79-4632-9D14-BEEE7EFDA2E8}" type="parTrans" cxnId="{7F639257-43E4-43C9-BD99-EADFB7515763}">
      <dgm:prSet/>
      <dgm:spPr/>
      <dgm:t>
        <a:bodyPr/>
        <a:lstStyle/>
        <a:p>
          <a:endParaRPr lang="en-US" sz="2400"/>
        </a:p>
      </dgm:t>
    </dgm:pt>
    <dgm:pt modelId="{768E5FA2-79F9-48E1-BDDF-E8C687F19FF4}" type="sibTrans" cxnId="{7F639257-43E4-43C9-BD99-EADFB7515763}">
      <dgm:prSet/>
      <dgm:spPr/>
      <dgm:t>
        <a:bodyPr/>
        <a:lstStyle/>
        <a:p>
          <a:endParaRPr lang="en-US" sz="2400"/>
        </a:p>
      </dgm:t>
    </dgm:pt>
    <dgm:pt modelId="{C456FAFF-0F05-459B-8949-19C539F836AD}">
      <dgm:prSet custT="1"/>
      <dgm:spPr/>
      <dgm:t>
        <a:bodyPr/>
        <a:lstStyle/>
        <a:p>
          <a:r>
            <a:rPr lang="en-US" sz="1600" b="0" i="0"/>
            <a:t>Dynamic </a:t>
          </a:r>
          <a:r>
            <a:rPr lang="en-US" sz="1600" b="0" i="0" dirty="0"/>
            <a:t>form builder + rule‑based ticket and workflow orchestrators for agile, no‑code changes.</a:t>
          </a:r>
          <a:endParaRPr lang="en-US" sz="1600" dirty="0"/>
        </a:p>
      </dgm:t>
    </dgm:pt>
    <dgm:pt modelId="{3B271583-C827-474B-97EA-1941B47781AF}" type="parTrans" cxnId="{3234EE50-4301-4640-9A6B-7ED90ECD6AF4}">
      <dgm:prSet/>
      <dgm:spPr/>
      <dgm:t>
        <a:bodyPr/>
        <a:lstStyle/>
        <a:p>
          <a:endParaRPr lang="en-US" sz="2400"/>
        </a:p>
      </dgm:t>
    </dgm:pt>
    <dgm:pt modelId="{75CAEF59-724A-4DC0-A9AF-10BE54E2B23D}" type="sibTrans" cxnId="{3234EE50-4301-4640-9A6B-7ED90ECD6AF4}">
      <dgm:prSet/>
      <dgm:spPr/>
      <dgm:t>
        <a:bodyPr/>
        <a:lstStyle/>
        <a:p>
          <a:endParaRPr lang="en-US" sz="2400"/>
        </a:p>
      </dgm:t>
    </dgm:pt>
    <dgm:pt modelId="{40E69043-973D-4798-94D1-C9BFF30154B3}">
      <dgm:prSet custT="1"/>
      <dgm:spPr/>
      <dgm:t>
        <a:bodyPr/>
        <a:lstStyle/>
        <a:p>
          <a:r>
            <a:rPr lang="en-US" sz="1600" b="1" i="0" dirty="0"/>
            <a:t>Security &amp; Access Governance</a:t>
          </a:r>
          <a:endParaRPr lang="en-US" sz="1600" dirty="0"/>
        </a:p>
      </dgm:t>
    </dgm:pt>
    <dgm:pt modelId="{F84378D8-FE94-461A-B0B2-B39860B6D6FB}" type="parTrans" cxnId="{814C2ABB-582D-42ED-822B-9551EDAD4443}">
      <dgm:prSet/>
      <dgm:spPr/>
      <dgm:t>
        <a:bodyPr/>
        <a:lstStyle/>
        <a:p>
          <a:endParaRPr lang="en-US" sz="2400"/>
        </a:p>
      </dgm:t>
    </dgm:pt>
    <dgm:pt modelId="{EC07114C-36B3-4C7D-97ED-29F0A1AF2407}" type="sibTrans" cxnId="{814C2ABB-582D-42ED-822B-9551EDAD4443}">
      <dgm:prSet/>
      <dgm:spPr/>
      <dgm:t>
        <a:bodyPr/>
        <a:lstStyle/>
        <a:p>
          <a:endParaRPr lang="en-US" sz="2400"/>
        </a:p>
      </dgm:t>
    </dgm:pt>
    <dgm:pt modelId="{4756A84F-5F76-4CD5-89BE-B4BFEAF59E31}">
      <dgm:prSet custT="1"/>
      <dgm:spPr/>
      <dgm:t>
        <a:bodyPr/>
        <a:lstStyle/>
        <a:p>
          <a:r>
            <a:rPr lang="en-US" sz="1600" b="1" i="0" dirty="0"/>
            <a:t>AI‑Driven Ticket Intelligence*</a:t>
          </a:r>
          <a:endParaRPr lang="en-US" sz="1600" dirty="0"/>
        </a:p>
      </dgm:t>
    </dgm:pt>
    <dgm:pt modelId="{4F55BB6F-6222-483F-A63D-7C8E6E0A7E65}" type="parTrans" cxnId="{53B1FBE5-23DA-437F-A59F-4156C8E1B3FF}">
      <dgm:prSet/>
      <dgm:spPr/>
      <dgm:t>
        <a:bodyPr/>
        <a:lstStyle/>
        <a:p>
          <a:endParaRPr lang="en-US" sz="2400"/>
        </a:p>
      </dgm:t>
    </dgm:pt>
    <dgm:pt modelId="{7F274690-B4BD-4788-A6A4-C115894FBB17}" type="sibTrans" cxnId="{53B1FBE5-23DA-437F-A59F-4156C8E1B3FF}">
      <dgm:prSet/>
      <dgm:spPr/>
      <dgm:t>
        <a:bodyPr/>
        <a:lstStyle/>
        <a:p>
          <a:endParaRPr lang="en-US" sz="2400"/>
        </a:p>
      </dgm:t>
    </dgm:pt>
    <dgm:pt modelId="{D6BCD048-48D7-44A0-A938-B9DE89E53668}">
      <dgm:prSet custT="1"/>
      <dgm:spPr/>
      <dgm:t>
        <a:bodyPr/>
        <a:lstStyle/>
        <a:p>
          <a:r>
            <a:rPr lang="en-US" sz="1600" b="0" i="0"/>
            <a:t>Real</a:t>
          </a:r>
          <a:r>
            <a:rPr lang="en-US" sz="1600" b="0" i="0" dirty="0"/>
            <a:t>‑time dashboards with deep analysis of SLA breaches, bottlenecks, and backlog trends.</a:t>
          </a:r>
          <a:endParaRPr lang="en-US" sz="1600" dirty="0"/>
        </a:p>
      </dgm:t>
    </dgm:pt>
    <dgm:pt modelId="{AD228B6F-7110-4370-B070-3958DD8A0702}" type="parTrans" cxnId="{05506A98-76B6-4901-AD4B-633C3DDFD0EF}">
      <dgm:prSet/>
      <dgm:spPr/>
      <dgm:t>
        <a:bodyPr/>
        <a:lstStyle/>
        <a:p>
          <a:endParaRPr lang="en-US" sz="2400"/>
        </a:p>
      </dgm:t>
    </dgm:pt>
    <dgm:pt modelId="{6ACA0810-7B92-41F1-9B5D-14C1458CD7D6}" type="sibTrans" cxnId="{05506A98-76B6-4901-AD4B-633C3DDFD0EF}">
      <dgm:prSet/>
      <dgm:spPr/>
      <dgm:t>
        <a:bodyPr/>
        <a:lstStyle/>
        <a:p>
          <a:endParaRPr lang="en-US" sz="2400"/>
        </a:p>
      </dgm:t>
    </dgm:pt>
    <dgm:pt modelId="{957B158D-7C5D-459B-BDBA-C7AB1D9C0575}">
      <dgm:prSet custT="1"/>
      <dgm:spPr/>
      <dgm:t>
        <a:bodyPr/>
        <a:lstStyle/>
        <a:p>
          <a:r>
            <a:rPr lang="en-US" sz="1600" b="0" i="0"/>
            <a:t>Role</a:t>
          </a:r>
          <a:r>
            <a:rPr lang="en-US" sz="1600" b="0" i="0" dirty="0"/>
            <a:t>/Team‑wise access controls, audit trails, and secure integration with internal systems.</a:t>
          </a:r>
          <a:endParaRPr lang="en-US" sz="1600" dirty="0"/>
        </a:p>
      </dgm:t>
    </dgm:pt>
    <dgm:pt modelId="{C5A163E5-49BA-453A-91D0-4BB3C03222E8}" type="parTrans" cxnId="{4F48DFAF-8DFE-4FB1-9951-F0E315F2EA95}">
      <dgm:prSet/>
      <dgm:spPr/>
      <dgm:t>
        <a:bodyPr/>
        <a:lstStyle/>
        <a:p>
          <a:endParaRPr lang="en-US" sz="2400"/>
        </a:p>
      </dgm:t>
    </dgm:pt>
    <dgm:pt modelId="{8409C759-C171-4632-A283-5366825F7B46}" type="sibTrans" cxnId="{4F48DFAF-8DFE-4FB1-9951-F0E315F2EA95}">
      <dgm:prSet/>
      <dgm:spPr/>
      <dgm:t>
        <a:bodyPr/>
        <a:lstStyle/>
        <a:p>
          <a:endParaRPr lang="en-US" sz="2400"/>
        </a:p>
      </dgm:t>
    </dgm:pt>
    <dgm:pt modelId="{2E4B538D-D7D4-468F-AA0A-CA6F42E305F6}">
      <dgm:prSet custT="1"/>
      <dgm:spPr/>
      <dgm:t>
        <a:bodyPr/>
        <a:lstStyle/>
        <a:p>
          <a:r>
            <a:rPr lang="en-US" sz="1600" b="1" i="0" dirty="0"/>
            <a:t>Automated Ticketing &amp; Notifications*</a:t>
          </a:r>
          <a:endParaRPr lang="en-US" sz="1600" dirty="0"/>
        </a:p>
      </dgm:t>
    </dgm:pt>
    <dgm:pt modelId="{0882144B-CEEC-44ED-B0BE-1F47BAE2C265}" type="parTrans" cxnId="{52F5CD77-4423-4EBA-A291-74C6194A4EB1}">
      <dgm:prSet/>
      <dgm:spPr/>
      <dgm:t>
        <a:bodyPr/>
        <a:lstStyle/>
        <a:p>
          <a:endParaRPr lang="en-US" sz="2400"/>
        </a:p>
      </dgm:t>
    </dgm:pt>
    <dgm:pt modelId="{3B5CDAF5-E199-44F2-B078-2D6A3DFE17DB}" type="sibTrans" cxnId="{52F5CD77-4423-4EBA-A291-74C6194A4EB1}">
      <dgm:prSet/>
      <dgm:spPr/>
      <dgm:t>
        <a:bodyPr/>
        <a:lstStyle/>
        <a:p>
          <a:endParaRPr lang="en-US" sz="2400"/>
        </a:p>
      </dgm:t>
    </dgm:pt>
    <dgm:pt modelId="{1FC5550B-AE9D-4C72-9F0F-BE9ECF6FEBEF}">
      <dgm:prSet custT="1"/>
      <dgm:spPr/>
      <dgm:t>
        <a:bodyPr/>
        <a:lstStyle/>
        <a:p>
          <a:r>
            <a:rPr lang="en-US" sz="1600" b="0" i="0"/>
            <a:t>Auto</a:t>
          </a:r>
          <a:r>
            <a:rPr lang="en-US" sz="1600" b="0" i="0" dirty="0"/>
            <a:t>‑summaries, detail extraction, similar ticket matching, and guided solution recommendations.</a:t>
          </a:r>
          <a:endParaRPr lang="en-US" sz="1600" dirty="0"/>
        </a:p>
      </dgm:t>
    </dgm:pt>
    <dgm:pt modelId="{9505A982-E72A-4C49-90C1-AD2CB8014F68}" type="parTrans" cxnId="{2E2A391E-A0DB-4C27-BEB1-CA76F030DC0F}">
      <dgm:prSet/>
      <dgm:spPr/>
      <dgm:t>
        <a:bodyPr/>
        <a:lstStyle/>
        <a:p>
          <a:endParaRPr lang="en-US" sz="2400"/>
        </a:p>
      </dgm:t>
    </dgm:pt>
    <dgm:pt modelId="{92CA946D-EA95-40D9-B7C1-2716C0D8D671}" type="sibTrans" cxnId="{2E2A391E-A0DB-4C27-BEB1-CA76F030DC0F}">
      <dgm:prSet/>
      <dgm:spPr/>
      <dgm:t>
        <a:bodyPr/>
        <a:lstStyle/>
        <a:p>
          <a:endParaRPr lang="en-US" sz="2400"/>
        </a:p>
      </dgm:t>
    </dgm:pt>
    <dgm:pt modelId="{459C2967-5315-4F34-A605-75EE3ABD82CE}">
      <dgm:prSet custT="1"/>
      <dgm:spPr/>
      <dgm:t>
        <a:bodyPr/>
        <a:lstStyle/>
        <a:p>
          <a:r>
            <a:rPr lang="en-US" sz="1600" b="0" i="0"/>
            <a:t>Auto</a:t>
          </a:r>
          <a:r>
            <a:rPr lang="en-US" sz="1600" b="0" i="0" dirty="0"/>
            <a:t>‑creation and reminders triggered via email/MS Teams for seamless request capture.</a:t>
          </a:r>
          <a:endParaRPr lang="en-US" sz="1600" dirty="0"/>
        </a:p>
      </dgm:t>
    </dgm:pt>
    <dgm:pt modelId="{807BE627-053B-4A11-BF1E-2B9E3874AF0F}" type="parTrans" cxnId="{0289B5E5-B8A3-4B37-94A0-A170C395C196}">
      <dgm:prSet/>
      <dgm:spPr/>
      <dgm:t>
        <a:bodyPr/>
        <a:lstStyle/>
        <a:p>
          <a:endParaRPr lang="en-US" sz="2400"/>
        </a:p>
      </dgm:t>
    </dgm:pt>
    <dgm:pt modelId="{CB77BBAE-EE0D-4BD8-8668-058BA6134531}" type="sibTrans" cxnId="{0289B5E5-B8A3-4B37-94A0-A170C395C196}">
      <dgm:prSet/>
      <dgm:spPr/>
      <dgm:t>
        <a:bodyPr/>
        <a:lstStyle/>
        <a:p>
          <a:endParaRPr lang="en-US" sz="2400"/>
        </a:p>
      </dgm:t>
    </dgm:pt>
    <dgm:pt modelId="{8A74951E-AB75-40A4-9949-EC23CC4843ED}" type="pres">
      <dgm:prSet presAssocID="{EE5D2793-6C53-41B0-8D6E-CC61DAC7FD58}" presName="linear" presStyleCnt="0">
        <dgm:presLayoutVars>
          <dgm:dir/>
          <dgm:animLvl val="lvl"/>
          <dgm:resizeHandles val="exact"/>
        </dgm:presLayoutVars>
      </dgm:prSet>
      <dgm:spPr/>
    </dgm:pt>
    <dgm:pt modelId="{2BCA437F-CA96-436F-AAB8-D4DDE1CDF34D}" type="pres">
      <dgm:prSet presAssocID="{4549C55E-4CAC-4969-9AE6-F3BFE8B1C84F}" presName="parentLin" presStyleCnt="0"/>
      <dgm:spPr/>
    </dgm:pt>
    <dgm:pt modelId="{252464AC-DB05-4F7D-8777-F29DDDC6593E}" type="pres">
      <dgm:prSet presAssocID="{4549C55E-4CAC-4969-9AE6-F3BFE8B1C84F}" presName="parentLeftMargin" presStyleLbl="node1" presStyleIdx="0" presStyleCnt="6"/>
      <dgm:spPr/>
    </dgm:pt>
    <dgm:pt modelId="{4D583EE5-6943-4898-BEF3-1E9B68C9D67C}" type="pres">
      <dgm:prSet presAssocID="{4549C55E-4CAC-4969-9AE6-F3BFE8B1C84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7FED54D-54BC-49D2-B744-93CA4CC20AE7}" type="pres">
      <dgm:prSet presAssocID="{4549C55E-4CAC-4969-9AE6-F3BFE8B1C84F}" presName="negativeSpace" presStyleCnt="0"/>
      <dgm:spPr/>
    </dgm:pt>
    <dgm:pt modelId="{420226DD-590E-4F70-87B6-7C296B7C1953}" type="pres">
      <dgm:prSet presAssocID="{4549C55E-4CAC-4969-9AE6-F3BFE8B1C84F}" presName="childText" presStyleLbl="conFgAcc1" presStyleIdx="0" presStyleCnt="6">
        <dgm:presLayoutVars>
          <dgm:bulletEnabled val="1"/>
        </dgm:presLayoutVars>
      </dgm:prSet>
      <dgm:spPr/>
    </dgm:pt>
    <dgm:pt modelId="{6BBA8F25-9E72-49E9-84C5-C9E1FFDD0ED9}" type="pres">
      <dgm:prSet presAssocID="{50E196B3-E9AB-47F6-A6B7-89EAA9C42DD1}" presName="spaceBetweenRectangles" presStyleCnt="0"/>
      <dgm:spPr/>
    </dgm:pt>
    <dgm:pt modelId="{E6EA930E-277C-4828-8E46-6A4735097362}" type="pres">
      <dgm:prSet presAssocID="{F38F117E-B284-4B63-A5F1-733EBCFD30FA}" presName="parentLin" presStyleCnt="0"/>
      <dgm:spPr/>
    </dgm:pt>
    <dgm:pt modelId="{7E191C05-5D66-47A3-BA94-7B054246116F}" type="pres">
      <dgm:prSet presAssocID="{F38F117E-B284-4B63-A5F1-733EBCFD30FA}" presName="parentLeftMargin" presStyleLbl="node1" presStyleIdx="0" presStyleCnt="6"/>
      <dgm:spPr/>
    </dgm:pt>
    <dgm:pt modelId="{C68DE74F-CE23-475F-B5D2-37BC6BA10412}" type="pres">
      <dgm:prSet presAssocID="{F38F117E-B284-4B63-A5F1-733EBCFD30F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E7C648D-312C-4E59-9885-E1B7E10FF6C4}" type="pres">
      <dgm:prSet presAssocID="{F38F117E-B284-4B63-A5F1-733EBCFD30FA}" presName="negativeSpace" presStyleCnt="0"/>
      <dgm:spPr/>
    </dgm:pt>
    <dgm:pt modelId="{E110168A-49C1-4892-B2C3-301073A297F5}" type="pres">
      <dgm:prSet presAssocID="{F38F117E-B284-4B63-A5F1-733EBCFD30FA}" presName="childText" presStyleLbl="conFgAcc1" presStyleIdx="1" presStyleCnt="6">
        <dgm:presLayoutVars>
          <dgm:bulletEnabled val="1"/>
        </dgm:presLayoutVars>
      </dgm:prSet>
      <dgm:spPr/>
    </dgm:pt>
    <dgm:pt modelId="{08C142A7-606C-49E4-A604-4FEE157AD871}" type="pres">
      <dgm:prSet presAssocID="{27AE72A1-EBC9-4C58-95C9-1C679C0B432C}" presName="spaceBetweenRectangles" presStyleCnt="0"/>
      <dgm:spPr/>
    </dgm:pt>
    <dgm:pt modelId="{97172FE9-B43D-4B68-B9A7-1B3E96C7C9EB}" type="pres">
      <dgm:prSet presAssocID="{21ACB4CD-E639-4C5B-B4C2-E6C3C0A555DB}" presName="parentLin" presStyleCnt="0"/>
      <dgm:spPr/>
    </dgm:pt>
    <dgm:pt modelId="{B798F589-A61C-4899-BA01-C6FD3B10C0DF}" type="pres">
      <dgm:prSet presAssocID="{21ACB4CD-E639-4C5B-B4C2-E6C3C0A555DB}" presName="parentLeftMargin" presStyleLbl="node1" presStyleIdx="1" presStyleCnt="6"/>
      <dgm:spPr/>
    </dgm:pt>
    <dgm:pt modelId="{33EFC9A8-0587-4F5B-BEFC-AB9E59A7BD98}" type="pres">
      <dgm:prSet presAssocID="{21ACB4CD-E639-4C5B-B4C2-E6C3C0A555D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87A99D1-7084-447C-89DC-4420DB71F3C8}" type="pres">
      <dgm:prSet presAssocID="{21ACB4CD-E639-4C5B-B4C2-E6C3C0A555DB}" presName="negativeSpace" presStyleCnt="0"/>
      <dgm:spPr/>
    </dgm:pt>
    <dgm:pt modelId="{BA806FA8-2ADF-4456-A3CD-C77FD3CFDF47}" type="pres">
      <dgm:prSet presAssocID="{21ACB4CD-E639-4C5B-B4C2-E6C3C0A555DB}" presName="childText" presStyleLbl="conFgAcc1" presStyleIdx="2" presStyleCnt="6">
        <dgm:presLayoutVars>
          <dgm:bulletEnabled val="1"/>
        </dgm:presLayoutVars>
      </dgm:prSet>
      <dgm:spPr/>
    </dgm:pt>
    <dgm:pt modelId="{38B8BE32-B801-4704-9C65-6B481A5ABF66}" type="pres">
      <dgm:prSet presAssocID="{768E5FA2-79F9-48E1-BDDF-E8C687F19FF4}" presName="spaceBetweenRectangles" presStyleCnt="0"/>
      <dgm:spPr/>
    </dgm:pt>
    <dgm:pt modelId="{0506B3F5-865C-47C7-984B-7F685D295555}" type="pres">
      <dgm:prSet presAssocID="{40E69043-973D-4798-94D1-C9BFF30154B3}" presName="parentLin" presStyleCnt="0"/>
      <dgm:spPr/>
    </dgm:pt>
    <dgm:pt modelId="{61FEB70C-6B91-4DFA-ADE6-58D99C1B34F3}" type="pres">
      <dgm:prSet presAssocID="{40E69043-973D-4798-94D1-C9BFF30154B3}" presName="parentLeftMargin" presStyleLbl="node1" presStyleIdx="2" presStyleCnt="6"/>
      <dgm:spPr/>
    </dgm:pt>
    <dgm:pt modelId="{67CBD994-E562-4682-A513-0EFAF4703150}" type="pres">
      <dgm:prSet presAssocID="{40E69043-973D-4798-94D1-C9BFF30154B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6DA8038-2167-468C-9EB5-E4DF93F0F1A0}" type="pres">
      <dgm:prSet presAssocID="{40E69043-973D-4798-94D1-C9BFF30154B3}" presName="negativeSpace" presStyleCnt="0"/>
      <dgm:spPr/>
    </dgm:pt>
    <dgm:pt modelId="{B4498909-3288-48C7-B71C-94548F9A1FE7}" type="pres">
      <dgm:prSet presAssocID="{40E69043-973D-4798-94D1-C9BFF30154B3}" presName="childText" presStyleLbl="conFgAcc1" presStyleIdx="3" presStyleCnt="6">
        <dgm:presLayoutVars>
          <dgm:bulletEnabled val="1"/>
        </dgm:presLayoutVars>
      </dgm:prSet>
      <dgm:spPr/>
    </dgm:pt>
    <dgm:pt modelId="{6BE8B89F-9CB5-424F-BDA3-9A78316B2AD9}" type="pres">
      <dgm:prSet presAssocID="{EC07114C-36B3-4C7D-97ED-29F0A1AF2407}" presName="spaceBetweenRectangles" presStyleCnt="0"/>
      <dgm:spPr/>
    </dgm:pt>
    <dgm:pt modelId="{74F499E5-A4E3-43E1-B170-17FDE2C2EF1B}" type="pres">
      <dgm:prSet presAssocID="{4756A84F-5F76-4CD5-89BE-B4BFEAF59E31}" presName="parentLin" presStyleCnt="0"/>
      <dgm:spPr/>
    </dgm:pt>
    <dgm:pt modelId="{B80E1F04-BFFD-4A5D-AAF3-264728342468}" type="pres">
      <dgm:prSet presAssocID="{4756A84F-5F76-4CD5-89BE-B4BFEAF59E31}" presName="parentLeftMargin" presStyleLbl="node1" presStyleIdx="3" presStyleCnt="6"/>
      <dgm:spPr/>
    </dgm:pt>
    <dgm:pt modelId="{7C85AF73-8DB8-41C7-942C-410044AFD315}" type="pres">
      <dgm:prSet presAssocID="{4756A84F-5F76-4CD5-89BE-B4BFEAF59E3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96880C4-A814-4C90-B7F0-0DE68DC791F4}" type="pres">
      <dgm:prSet presAssocID="{4756A84F-5F76-4CD5-89BE-B4BFEAF59E31}" presName="negativeSpace" presStyleCnt="0"/>
      <dgm:spPr/>
    </dgm:pt>
    <dgm:pt modelId="{2EB0DB1B-56CF-436A-B2B4-648DA580047A}" type="pres">
      <dgm:prSet presAssocID="{4756A84F-5F76-4CD5-89BE-B4BFEAF59E31}" presName="childText" presStyleLbl="conFgAcc1" presStyleIdx="4" presStyleCnt="6">
        <dgm:presLayoutVars>
          <dgm:bulletEnabled val="1"/>
        </dgm:presLayoutVars>
      </dgm:prSet>
      <dgm:spPr/>
    </dgm:pt>
    <dgm:pt modelId="{0D827A2B-3F86-4038-850D-0456BD2ABB90}" type="pres">
      <dgm:prSet presAssocID="{7F274690-B4BD-4788-A6A4-C115894FBB17}" presName="spaceBetweenRectangles" presStyleCnt="0"/>
      <dgm:spPr/>
    </dgm:pt>
    <dgm:pt modelId="{486034AD-0857-43AD-988B-626E11D7F80B}" type="pres">
      <dgm:prSet presAssocID="{2E4B538D-D7D4-468F-AA0A-CA6F42E305F6}" presName="parentLin" presStyleCnt="0"/>
      <dgm:spPr/>
    </dgm:pt>
    <dgm:pt modelId="{6A7A5247-DB0B-4E4B-A68C-3D8C7BFD195F}" type="pres">
      <dgm:prSet presAssocID="{2E4B538D-D7D4-468F-AA0A-CA6F42E305F6}" presName="parentLeftMargin" presStyleLbl="node1" presStyleIdx="4" presStyleCnt="6"/>
      <dgm:spPr/>
    </dgm:pt>
    <dgm:pt modelId="{162F285B-EDEA-4A28-B98B-48EE131470C0}" type="pres">
      <dgm:prSet presAssocID="{2E4B538D-D7D4-468F-AA0A-CA6F42E305F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E7DDB79-CC43-4208-86AD-2FC0A72A4106}" type="pres">
      <dgm:prSet presAssocID="{2E4B538D-D7D4-468F-AA0A-CA6F42E305F6}" presName="negativeSpace" presStyleCnt="0"/>
      <dgm:spPr/>
    </dgm:pt>
    <dgm:pt modelId="{3D350A4A-7FED-41CF-ADA2-4E8E1E98EAC7}" type="pres">
      <dgm:prSet presAssocID="{2E4B538D-D7D4-468F-AA0A-CA6F42E305F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ED0EA00-4AE8-40FF-B06D-A1EB80C30AF2}" srcId="{4549C55E-4CAC-4969-9AE6-F3BFE8B1C84F}" destId="{D3D30E3B-C039-4418-BA35-956965DB750D}" srcOrd="0" destOrd="0" parTransId="{34CFD734-8745-4FBD-8F67-853E308F7B26}" sibTransId="{4A4663D8-B6B2-4CC4-8FCB-01C35FA1AF74}"/>
    <dgm:cxn modelId="{B0BD1504-352A-4D80-86DE-9C94465201B3}" type="presOf" srcId="{40E69043-973D-4798-94D1-C9BFF30154B3}" destId="{61FEB70C-6B91-4DFA-ADE6-58D99C1B34F3}" srcOrd="0" destOrd="0" presId="urn:microsoft.com/office/officeart/2005/8/layout/list1"/>
    <dgm:cxn modelId="{4D8F4204-0043-41D3-BAC1-BAB2D078889F}" type="presOf" srcId="{21ACB4CD-E639-4C5B-B4C2-E6C3C0A555DB}" destId="{33EFC9A8-0587-4F5B-BEFC-AB9E59A7BD98}" srcOrd="1" destOrd="0" presId="urn:microsoft.com/office/officeart/2005/8/layout/list1"/>
    <dgm:cxn modelId="{2E2A391E-A0DB-4C27-BEB1-CA76F030DC0F}" srcId="{4756A84F-5F76-4CD5-89BE-B4BFEAF59E31}" destId="{1FC5550B-AE9D-4C72-9F0F-BE9ECF6FEBEF}" srcOrd="0" destOrd="0" parTransId="{9505A982-E72A-4C49-90C1-AD2CB8014F68}" sibTransId="{92CA946D-EA95-40D9-B7C1-2716C0D8D671}"/>
    <dgm:cxn modelId="{4DF22425-ADAB-4BBC-9EDF-461C93B3BF17}" srcId="{EE5D2793-6C53-41B0-8D6E-CC61DAC7FD58}" destId="{F38F117E-B284-4B63-A5F1-733EBCFD30FA}" srcOrd="1" destOrd="0" parTransId="{2DAA977F-B8DD-4F04-A167-5BB231054C64}" sibTransId="{27AE72A1-EBC9-4C58-95C9-1C679C0B432C}"/>
    <dgm:cxn modelId="{DE255C34-D14F-4878-9359-8485E17BA5EA}" type="presOf" srcId="{C456FAFF-0F05-459B-8949-19C539F836AD}" destId="{E110168A-49C1-4892-B2C3-301073A297F5}" srcOrd="0" destOrd="0" presId="urn:microsoft.com/office/officeart/2005/8/layout/list1"/>
    <dgm:cxn modelId="{68C04A3F-E025-41ED-B534-D7BD7AEA07EE}" type="presOf" srcId="{2E4B538D-D7D4-468F-AA0A-CA6F42E305F6}" destId="{162F285B-EDEA-4A28-B98B-48EE131470C0}" srcOrd="1" destOrd="0" presId="urn:microsoft.com/office/officeart/2005/8/layout/list1"/>
    <dgm:cxn modelId="{79C86F61-4E8E-491C-87D6-99584C32622A}" type="presOf" srcId="{EE5D2793-6C53-41B0-8D6E-CC61DAC7FD58}" destId="{8A74951E-AB75-40A4-9949-EC23CC4843ED}" srcOrd="0" destOrd="0" presId="urn:microsoft.com/office/officeart/2005/8/layout/list1"/>
    <dgm:cxn modelId="{2D48F545-BC78-4874-A45F-418EABE82B07}" type="presOf" srcId="{4549C55E-4CAC-4969-9AE6-F3BFE8B1C84F}" destId="{252464AC-DB05-4F7D-8777-F29DDDC6593E}" srcOrd="0" destOrd="0" presId="urn:microsoft.com/office/officeart/2005/8/layout/list1"/>
    <dgm:cxn modelId="{F4DE024A-3C8D-437B-8A0A-A6FFAA419AD5}" type="presOf" srcId="{4549C55E-4CAC-4969-9AE6-F3BFE8B1C84F}" destId="{4D583EE5-6943-4898-BEF3-1E9B68C9D67C}" srcOrd="1" destOrd="0" presId="urn:microsoft.com/office/officeart/2005/8/layout/list1"/>
    <dgm:cxn modelId="{3234EE50-4301-4640-9A6B-7ED90ECD6AF4}" srcId="{F38F117E-B284-4B63-A5F1-733EBCFD30FA}" destId="{C456FAFF-0F05-459B-8949-19C539F836AD}" srcOrd="0" destOrd="0" parTransId="{3B271583-C827-474B-97EA-1941B47781AF}" sibTransId="{75CAEF59-724A-4DC0-A9AF-10BE54E2B23D}"/>
    <dgm:cxn modelId="{C7350076-70D2-46B5-8C94-FF5142E8D8C2}" type="presOf" srcId="{957B158D-7C5D-459B-BDBA-C7AB1D9C0575}" destId="{B4498909-3288-48C7-B71C-94548F9A1FE7}" srcOrd="0" destOrd="0" presId="urn:microsoft.com/office/officeart/2005/8/layout/list1"/>
    <dgm:cxn modelId="{7F639257-43E4-43C9-BD99-EADFB7515763}" srcId="{EE5D2793-6C53-41B0-8D6E-CC61DAC7FD58}" destId="{21ACB4CD-E639-4C5B-B4C2-E6C3C0A555DB}" srcOrd="2" destOrd="0" parTransId="{648906B9-DF79-4632-9D14-BEEE7EFDA2E8}" sibTransId="{768E5FA2-79F9-48E1-BDDF-E8C687F19FF4}"/>
    <dgm:cxn modelId="{52F5CD77-4423-4EBA-A291-74C6194A4EB1}" srcId="{EE5D2793-6C53-41B0-8D6E-CC61DAC7FD58}" destId="{2E4B538D-D7D4-468F-AA0A-CA6F42E305F6}" srcOrd="5" destOrd="0" parTransId="{0882144B-CEEC-44ED-B0BE-1F47BAE2C265}" sibTransId="{3B5CDAF5-E199-44F2-B078-2D6A3DFE17DB}"/>
    <dgm:cxn modelId="{C6CBAE80-991F-40E9-A59C-C782EE90D6A2}" type="presOf" srcId="{F38F117E-B284-4B63-A5F1-733EBCFD30FA}" destId="{C68DE74F-CE23-475F-B5D2-37BC6BA10412}" srcOrd="1" destOrd="0" presId="urn:microsoft.com/office/officeart/2005/8/layout/list1"/>
    <dgm:cxn modelId="{0E4D3688-79B3-4140-9B84-7C88E0BCBD76}" type="presOf" srcId="{D6BCD048-48D7-44A0-A938-B9DE89E53668}" destId="{BA806FA8-2ADF-4456-A3CD-C77FD3CFDF47}" srcOrd="0" destOrd="0" presId="urn:microsoft.com/office/officeart/2005/8/layout/list1"/>
    <dgm:cxn modelId="{21E9B394-F928-4624-9102-057EF51A5338}" type="presOf" srcId="{4756A84F-5F76-4CD5-89BE-B4BFEAF59E31}" destId="{B80E1F04-BFFD-4A5D-AAF3-264728342468}" srcOrd="0" destOrd="0" presId="urn:microsoft.com/office/officeart/2005/8/layout/list1"/>
    <dgm:cxn modelId="{05506A98-76B6-4901-AD4B-633C3DDFD0EF}" srcId="{21ACB4CD-E639-4C5B-B4C2-E6C3C0A555DB}" destId="{D6BCD048-48D7-44A0-A938-B9DE89E53668}" srcOrd="0" destOrd="0" parTransId="{AD228B6F-7110-4370-B070-3958DD8A0702}" sibTransId="{6ACA0810-7B92-41F1-9B5D-14C1458CD7D6}"/>
    <dgm:cxn modelId="{929502A8-65FD-44F4-926A-927EE0A69184}" type="presOf" srcId="{2E4B538D-D7D4-468F-AA0A-CA6F42E305F6}" destId="{6A7A5247-DB0B-4E4B-A68C-3D8C7BFD195F}" srcOrd="0" destOrd="0" presId="urn:microsoft.com/office/officeart/2005/8/layout/list1"/>
    <dgm:cxn modelId="{4F48DFAF-8DFE-4FB1-9951-F0E315F2EA95}" srcId="{40E69043-973D-4798-94D1-C9BFF30154B3}" destId="{957B158D-7C5D-459B-BDBA-C7AB1D9C0575}" srcOrd="0" destOrd="0" parTransId="{C5A163E5-49BA-453A-91D0-4BB3C03222E8}" sibTransId="{8409C759-C171-4632-A283-5366825F7B46}"/>
    <dgm:cxn modelId="{FCBB82B8-EFF2-41CB-A520-9D6656F21701}" type="presOf" srcId="{D3D30E3B-C039-4418-BA35-956965DB750D}" destId="{420226DD-590E-4F70-87B6-7C296B7C1953}" srcOrd="0" destOrd="0" presId="urn:microsoft.com/office/officeart/2005/8/layout/list1"/>
    <dgm:cxn modelId="{37DE00B9-BD55-422C-84EB-E03C2BDD7BE1}" type="presOf" srcId="{21ACB4CD-E639-4C5B-B4C2-E6C3C0A555DB}" destId="{B798F589-A61C-4899-BA01-C6FD3B10C0DF}" srcOrd="0" destOrd="0" presId="urn:microsoft.com/office/officeart/2005/8/layout/list1"/>
    <dgm:cxn modelId="{814C2ABB-582D-42ED-822B-9551EDAD4443}" srcId="{EE5D2793-6C53-41B0-8D6E-CC61DAC7FD58}" destId="{40E69043-973D-4798-94D1-C9BFF30154B3}" srcOrd="3" destOrd="0" parTransId="{F84378D8-FE94-461A-B0B2-B39860B6D6FB}" sibTransId="{EC07114C-36B3-4C7D-97ED-29F0A1AF2407}"/>
    <dgm:cxn modelId="{012649D1-681D-488D-BAF4-B1713407E38D}" type="presOf" srcId="{459C2967-5315-4F34-A605-75EE3ABD82CE}" destId="{3D350A4A-7FED-41CF-ADA2-4E8E1E98EAC7}" srcOrd="0" destOrd="0" presId="urn:microsoft.com/office/officeart/2005/8/layout/list1"/>
    <dgm:cxn modelId="{5D9DAFD7-8B11-4C68-AA71-8ADA0E2A940E}" type="presOf" srcId="{F38F117E-B284-4B63-A5F1-733EBCFD30FA}" destId="{7E191C05-5D66-47A3-BA94-7B054246116F}" srcOrd="0" destOrd="0" presId="urn:microsoft.com/office/officeart/2005/8/layout/list1"/>
    <dgm:cxn modelId="{70DB92E2-9804-44AA-B806-DE2AD4440BB7}" srcId="{EE5D2793-6C53-41B0-8D6E-CC61DAC7FD58}" destId="{4549C55E-4CAC-4969-9AE6-F3BFE8B1C84F}" srcOrd="0" destOrd="0" parTransId="{302F3622-96F7-43ED-867C-8EBD13FF0F87}" sibTransId="{50E196B3-E9AB-47F6-A6B7-89EAA9C42DD1}"/>
    <dgm:cxn modelId="{CCCA13E5-DBF5-470B-AD5E-033CF0E29992}" type="presOf" srcId="{1FC5550B-AE9D-4C72-9F0F-BE9ECF6FEBEF}" destId="{2EB0DB1B-56CF-436A-B2B4-648DA580047A}" srcOrd="0" destOrd="0" presId="urn:microsoft.com/office/officeart/2005/8/layout/list1"/>
    <dgm:cxn modelId="{0289B5E5-B8A3-4B37-94A0-A170C395C196}" srcId="{2E4B538D-D7D4-468F-AA0A-CA6F42E305F6}" destId="{459C2967-5315-4F34-A605-75EE3ABD82CE}" srcOrd="0" destOrd="0" parTransId="{807BE627-053B-4A11-BF1E-2B9E3874AF0F}" sibTransId="{CB77BBAE-EE0D-4BD8-8668-058BA6134531}"/>
    <dgm:cxn modelId="{53B1FBE5-23DA-437F-A59F-4156C8E1B3FF}" srcId="{EE5D2793-6C53-41B0-8D6E-CC61DAC7FD58}" destId="{4756A84F-5F76-4CD5-89BE-B4BFEAF59E31}" srcOrd="4" destOrd="0" parTransId="{4F55BB6F-6222-483F-A63D-7C8E6E0A7E65}" sibTransId="{7F274690-B4BD-4788-A6A4-C115894FBB17}"/>
    <dgm:cxn modelId="{1923A5EF-9A26-4234-A34E-1556E0F7305A}" type="presOf" srcId="{40E69043-973D-4798-94D1-C9BFF30154B3}" destId="{67CBD994-E562-4682-A513-0EFAF4703150}" srcOrd="1" destOrd="0" presId="urn:microsoft.com/office/officeart/2005/8/layout/list1"/>
    <dgm:cxn modelId="{F265A2F6-6151-4236-B530-B79ED1FD5199}" type="presOf" srcId="{4756A84F-5F76-4CD5-89BE-B4BFEAF59E31}" destId="{7C85AF73-8DB8-41C7-942C-410044AFD315}" srcOrd="1" destOrd="0" presId="urn:microsoft.com/office/officeart/2005/8/layout/list1"/>
    <dgm:cxn modelId="{6EA75F2A-DEC7-4987-B85B-E3C0F570AE7E}" type="presParOf" srcId="{8A74951E-AB75-40A4-9949-EC23CC4843ED}" destId="{2BCA437F-CA96-436F-AAB8-D4DDE1CDF34D}" srcOrd="0" destOrd="0" presId="urn:microsoft.com/office/officeart/2005/8/layout/list1"/>
    <dgm:cxn modelId="{1008CC59-73E6-4E5F-BD67-DBC1DCC75D76}" type="presParOf" srcId="{2BCA437F-CA96-436F-AAB8-D4DDE1CDF34D}" destId="{252464AC-DB05-4F7D-8777-F29DDDC6593E}" srcOrd="0" destOrd="0" presId="urn:microsoft.com/office/officeart/2005/8/layout/list1"/>
    <dgm:cxn modelId="{DBDA5FF1-6C84-4422-8847-1CE1BE822EBF}" type="presParOf" srcId="{2BCA437F-CA96-436F-AAB8-D4DDE1CDF34D}" destId="{4D583EE5-6943-4898-BEF3-1E9B68C9D67C}" srcOrd="1" destOrd="0" presId="urn:microsoft.com/office/officeart/2005/8/layout/list1"/>
    <dgm:cxn modelId="{C504D8CE-DE1C-47DE-BC49-FF37D876BF07}" type="presParOf" srcId="{8A74951E-AB75-40A4-9949-EC23CC4843ED}" destId="{F7FED54D-54BC-49D2-B744-93CA4CC20AE7}" srcOrd="1" destOrd="0" presId="urn:microsoft.com/office/officeart/2005/8/layout/list1"/>
    <dgm:cxn modelId="{BDC8E377-034B-4614-88B3-359801DB16F5}" type="presParOf" srcId="{8A74951E-AB75-40A4-9949-EC23CC4843ED}" destId="{420226DD-590E-4F70-87B6-7C296B7C1953}" srcOrd="2" destOrd="0" presId="urn:microsoft.com/office/officeart/2005/8/layout/list1"/>
    <dgm:cxn modelId="{FF996A7D-B3BB-48B9-A005-22D67CE852C8}" type="presParOf" srcId="{8A74951E-AB75-40A4-9949-EC23CC4843ED}" destId="{6BBA8F25-9E72-49E9-84C5-C9E1FFDD0ED9}" srcOrd="3" destOrd="0" presId="urn:microsoft.com/office/officeart/2005/8/layout/list1"/>
    <dgm:cxn modelId="{7D531752-43E3-4145-AA5F-51847BC7AF29}" type="presParOf" srcId="{8A74951E-AB75-40A4-9949-EC23CC4843ED}" destId="{E6EA930E-277C-4828-8E46-6A4735097362}" srcOrd="4" destOrd="0" presId="urn:microsoft.com/office/officeart/2005/8/layout/list1"/>
    <dgm:cxn modelId="{ED318311-0344-4A63-9816-C2685C718FFE}" type="presParOf" srcId="{E6EA930E-277C-4828-8E46-6A4735097362}" destId="{7E191C05-5D66-47A3-BA94-7B054246116F}" srcOrd="0" destOrd="0" presId="urn:microsoft.com/office/officeart/2005/8/layout/list1"/>
    <dgm:cxn modelId="{F3BE378B-5BA3-4887-9990-2FC43989144F}" type="presParOf" srcId="{E6EA930E-277C-4828-8E46-6A4735097362}" destId="{C68DE74F-CE23-475F-B5D2-37BC6BA10412}" srcOrd="1" destOrd="0" presId="urn:microsoft.com/office/officeart/2005/8/layout/list1"/>
    <dgm:cxn modelId="{16C76ABD-966F-46F8-890A-08D9A11B8234}" type="presParOf" srcId="{8A74951E-AB75-40A4-9949-EC23CC4843ED}" destId="{6E7C648D-312C-4E59-9885-E1B7E10FF6C4}" srcOrd="5" destOrd="0" presId="urn:microsoft.com/office/officeart/2005/8/layout/list1"/>
    <dgm:cxn modelId="{12033E40-B270-4A6F-B1FA-455FCCDA5460}" type="presParOf" srcId="{8A74951E-AB75-40A4-9949-EC23CC4843ED}" destId="{E110168A-49C1-4892-B2C3-301073A297F5}" srcOrd="6" destOrd="0" presId="urn:microsoft.com/office/officeart/2005/8/layout/list1"/>
    <dgm:cxn modelId="{25266303-CF35-4574-B54C-9646A3F5C51C}" type="presParOf" srcId="{8A74951E-AB75-40A4-9949-EC23CC4843ED}" destId="{08C142A7-606C-49E4-A604-4FEE157AD871}" srcOrd="7" destOrd="0" presId="urn:microsoft.com/office/officeart/2005/8/layout/list1"/>
    <dgm:cxn modelId="{03472303-15D1-47E8-94A0-5AAC4EC9404B}" type="presParOf" srcId="{8A74951E-AB75-40A4-9949-EC23CC4843ED}" destId="{97172FE9-B43D-4B68-B9A7-1B3E96C7C9EB}" srcOrd="8" destOrd="0" presId="urn:microsoft.com/office/officeart/2005/8/layout/list1"/>
    <dgm:cxn modelId="{4025FFBB-1EBB-447D-8BA9-9BCB18D04EE8}" type="presParOf" srcId="{97172FE9-B43D-4B68-B9A7-1B3E96C7C9EB}" destId="{B798F589-A61C-4899-BA01-C6FD3B10C0DF}" srcOrd="0" destOrd="0" presId="urn:microsoft.com/office/officeart/2005/8/layout/list1"/>
    <dgm:cxn modelId="{41E8C7AE-5C9B-4D7A-90A0-3D896F35F956}" type="presParOf" srcId="{97172FE9-B43D-4B68-B9A7-1B3E96C7C9EB}" destId="{33EFC9A8-0587-4F5B-BEFC-AB9E59A7BD98}" srcOrd="1" destOrd="0" presId="urn:microsoft.com/office/officeart/2005/8/layout/list1"/>
    <dgm:cxn modelId="{2F939FB8-D8DE-4A07-8C00-57ADBDEDA156}" type="presParOf" srcId="{8A74951E-AB75-40A4-9949-EC23CC4843ED}" destId="{387A99D1-7084-447C-89DC-4420DB71F3C8}" srcOrd="9" destOrd="0" presId="urn:microsoft.com/office/officeart/2005/8/layout/list1"/>
    <dgm:cxn modelId="{ECD68D7B-2849-4B01-851B-E002D3C82B4C}" type="presParOf" srcId="{8A74951E-AB75-40A4-9949-EC23CC4843ED}" destId="{BA806FA8-2ADF-4456-A3CD-C77FD3CFDF47}" srcOrd="10" destOrd="0" presId="urn:microsoft.com/office/officeart/2005/8/layout/list1"/>
    <dgm:cxn modelId="{88252EEA-101D-4599-8CCF-93A73702AD62}" type="presParOf" srcId="{8A74951E-AB75-40A4-9949-EC23CC4843ED}" destId="{38B8BE32-B801-4704-9C65-6B481A5ABF66}" srcOrd="11" destOrd="0" presId="urn:microsoft.com/office/officeart/2005/8/layout/list1"/>
    <dgm:cxn modelId="{D7F3D70F-43E8-4285-95CB-C3AB41647C33}" type="presParOf" srcId="{8A74951E-AB75-40A4-9949-EC23CC4843ED}" destId="{0506B3F5-865C-47C7-984B-7F685D295555}" srcOrd="12" destOrd="0" presId="urn:microsoft.com/office/officeart/2005/8/layout/list1"/>
    <dgm:cxn modelId="{1180D0D9-F639-4A59-B706-B99831380968}" type="presParOf" srcId="{0506B3F5-865C-47C7-984B-7F685D295555}" destId="{61FEB70C-6B91-4DFA-ADE6-58D99C1B34F3}" srcOrd="0" destOrd="0" presId="urn:microsoft.com/office/officeart/2005/8/layout/list1"/>
    <dgm:cxn modelId="{6BE3FC8D-7672-4724-A28C-F0AED05EE315}" type="presParOf" srcId="{0506B3F5-865C-47C7-984B-7F685D295555}" destId="{67CBD994-E562-4682-A513-0EFAF4703150}" srcOrd="1" destOrd="0" presId="urn:microsoft.com/office/officeart/2005/8/layout/list1"/>
    <dgm:cxn modelId="{A5FF8D8B-F320-4189-9562-65488B8C7D20}" type="presParOf" srcId="{8A74951E-AB75-40A4-9949-EC23CC4843ED}" destId="{96DA8038-2167-468C-9EB5-E4DF93F0F1A0}" srcOrd="13" destOrd="0" presId="urn:microsoft.com/office/officeart/2005/8/layout/list1"/>
    <dgm:cxn modelId="{EE316669-9C79-4581-9E01-78BB0371709F}" type="presParOf" srcId="{8A74951E-AB75-40A4-9949-EC23CC4843ED}" destId="{B4498909-3288-48C7-B71C-94548F9A1FE7}" srcOrd="14" destOrd="0" presId="urn:microsoft.com/office/officeart/2005/8/layout/list1"/>
    <dgm:cxn modelId="{F845312F-EA28-4190-A94F-22275AEC315F}" type="presParOf" srcId="{8A74951E-AB75-40A4-9949-EC23CC4843ED}" destId="{6BE8B89F-9CB5-424F-BDA3-9A78316B2AD9}" srcOrd="15" destOrd="0" presId="urn:microsoft.com/office/officeart/2005/8/layout/list1"/>
    <dgm:cxn modelId="{11F03A21-E85C-4CE7-A1EC-C7FA9BD23261}" type="presParOf" srcId="{8A74951E-AB75-40A4-9949-EC23CC4843ED}" destId="{74F499E5-A4E3-43E1-B170-17FDE2C2EF1B}" srcOrd="16" destOrd="0" presId="urn:microsoft.com/office/officeart/2005/8/layout/list1"/>
    <dgm:cxn modelId="{7F264908-F00A-4E1E-8090-E720A7142F5B}" type="presParOf" srcId="{74F499E5-A4E3-43E1-B170-17FDE2C2EF1B}" destId="{B80E1F04-BFFD-4A5D-AAF3-264728342468}" srcOrd="0" destOrd="0" presId="urn:microsoft.com/office/officeart/2005/8/layout/list1"/>
    <dgm:cxn modelId="{A0106446-4E98-464B-BCF1-67DF61C7D3E1}" type="presParOf" srcId="{74F499E5-A4E3-43E1-B170-17FDE2C2EF1B}" destId="{7C85AF73-8DB8-41C7-942C-410044AFD315}" srcOrd="1" destOrd="0" presId="urn:microsoft.com/office/officeart/2005/8/layout/list1"/>
    <dgm:cxn modelId="{15735652-E06F-4744-8F95-21E9EBB017C7}" type="presParOf" srcId="{8A74951E-AB75-40A4-9949-EC23CC4843ED}" destId="{B96880C4-A814-4C90-B7F0-0DE68DC791F4}" srcOrd="17" destOrd="0" presId="urn:microsoft.com/office/officeart/2005/8/layout/list1"/>
    <dgm:cxn modelId="{FBC2BD63-C1B0-42DC-B92E-A6A71B6596A1}" type="presParOf" srcId="{8A74951E-AB75-40A4-9949-EC23CC4843ED}" destId="{2EB0DB1B-56CF-436A-B2B4-648DA580047A}" srcOrd="18" destOrd="0" presId="urn:microsoft.com/office/officeart/2005/8/layout/list1"/>
    <dgm:cxn modelId="{88418E75-1089-4AC1-BBF7-4A8BFF1B1BB3}" type="presParOf" srcId="{8A74951E-AB75-40A4-9949-EC23CC4843ED}" destId="{0D827A2B-3F86-4038-850D-0456BD2ABB90}" srcOrd="19" destOrd="0" presId="urn:microsoft.com/office/officeart/2005/8/layout/list1"/>
    <dgm:cxn modelId="{D2A62693-12E9-43B6-843E-6A8A8C1D3841}" type="presParOf" srcId="{8A74951E-AB75-40A4-9949-EC23CC4843ED}" destId="{486034AD-0857-43AD-988B-626E11D7F80B}" srcOrd="20" destOrd="0" presId="urn:microsoft.com/office/officeart/2005/8/layout/list1"/>
    <dgm:cxn modelId="{D1CABC36-345A-4582-AC36-0B9A0976B3A2}" type="presParOf" srcId="{486034AD-0857-43AD-988B-626E11D7F80B}" destId="{6A7A5247-DB0B-4E4B-A68C-3D8C7BFD195F}" srcOrd="0" destOrd="0" presId="urn:microsoft.com/office/officeart/2005/8/layout/list1"/>
    <dgm:cxn modelId="{A7C2EFD0-6638-440E-AD26-53683283302B}" type="presParOf" srcId="{486034AD-0857-43AD-988B-626E11D7F80B}" destId="{162F285B-EDEA-4A28-B98B-48EE131470C0}" srcOrd="1" destOrd="0" presId="urn:microsoft.com/office/officeart/2005/8/layout/list1"/>
    <dgm:cxn modelId="{572C8E39-B6FA-4FA1-9424-59F8333FC662}" type="presParOf" srcId="{8A74951E-AB75-40A4-9949-EC23CC4843ED}" destId="{4E7DDB79-CC43-4208-86AD-2FC0A72A4106}" srcOrd="21" destOrd="0" presId="urn:microsoft.com/office/officeart/2005/8/layout/list1"/>
    <dgm:cxn modelId="{F8778EE5-615E-4C82-96CB-A22F46C5766E}" type="presParOf" srcId="{8A74951E-AB75-40A4-9949-EC23CC4843ED}" destId="{3D350A4A-7FED-41CF-ADA2-4E8E1E98EAC7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37DBD2-EB10-49EE-BE89-FFFCF6425D0E}" type="doc">
      <dgm:prSet loTypeId="urn:microsoft.com/office/officeart/2005/8/layout/vList5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327B552F-1FD4-4C36-AC55-DB6F1C503C83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800" b="1" dirty="0"/>
            <a:t>Advanced Workflow Automation</a:t>
          </a:r>
          <a:endParaRPr lang="en-US" sz="1800" dirty="0"/>
        </a:p>
      </dgm:t>
    </dgm:pt>
    <dgm:pt modelId="{B84E50E2-F882-4E70-A4D9-5FEAB16C5D53}" type="parTrans" cxnId="{18F8DC3B-9525-43B8-BCF7-3D68E4BA576C}">
      <dgm:prSet/>
      <dgm:spPr/>
      <dgm:t>
        <a:bodyPr/>
        <a:lstStyle/>
        <a:p>
          <a:endParaRPr lang="en-US"/>
        </a:p>
      </dgm:t>
    </dgm:pt>
    <dgm:pt modelId="{FF24FADD-3789-4108-A37F-D1BBDFFE427C}" type="sibTrans" cxnId="{18F8DC3B-9525-43B8-BCF7-3D68E4BA576C}">
      <dgm:prSet/>
      <dgm:spPr/>
      <dgm:t>
        <a:bodyPr/>
        <a:lstStyle/>
        <a:p>
          <a:endParaRPr lang="en-US"/>
        </a:p>
      </dgm:t>
    </dgm:pt>
    <dgm:pt modelId="{4EAB2270-80E7-4A01-9119-6B0C5B6B71B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Parallel and conditional workflows enabling complex approval chains and multi-team collaboration without manual steps.</a:t>
          </a:r>
        </a:p>
      </dgm:t>
    </dgm:pt>
    <dgm:pt modelId="{694D880E-45CE-4ACC-9B35-66ED2D95567E}" type="parTrans" cxnId="{8849562B-9BC7-47CE-BC89-F869D789A9E9}">
      <dgm:prSet/>
      <dgm:spPr/>
      <dgm:t>
        <a:bodyPr/>
        <a:lstStyle/>
        <a:p>
          <a:endParaRPr lang="en-US"/>
        </a:p>
      </dgm:t>
    </dgm:pt>
    <dgm:pt modelId="{B50C5F6B-1E57-4A35-9A87-AFC7DA449651}" type="sibTrans" cxnId="{8849562B-9BC7-47CE-BC89-F869D789A9E9}">
      <dgm:prSet/>
      <dgm:spPr/>
      <dgm:t>
        <a:bodyPr/>
        <a:lstStyle/>
        <a:p>
          <a:endParaRPr lang="en-US"/>
        </a:p>
      </dgm:t>
    </dgm:pt>
    <dgm:pt modelId="{03A70569-31CD-4D91-969E-BAC51DC7D3A3}">
      <dgm:prSet custT="1"/>
      <dgm:spPr/>
      <dgm:t>
        <a:bodyPr/>
        <a:lstStyle/>
        <a:p>
          <a:r>
            <a:rPr lang="en-US" sz="1800" b="1" dirty="0"/>
            <a:t>System Integrations</a:t>
          </a:r>
        </a:p>
      </dgm:t>
    </dgm:pt>
    <dgm:pt modelId="{0377B08F-AFC1-4CD3-AD36-E5787B68C0CF}" type="parTrans" cxnId="{307AAB88-AB0C-4CB7-BBE3-48DD5E6888B5}">
      <dgm:prSet/>
      <dgm:spPr/>
      <dgm:t>
        <a:bodyPr/>
        <a:lstStyle/>
        <a:p>
          <a:endParaRPr lang="en-US"/>
        </a:p>
      </dgm:t>
    </dgm:pt>
    <dgm:pt modelId="{1DA114DD-BED5-4989-A6C8-484455BF0564}" type="sibTrans" cxnId="{307AAB88-AB0C-4CB7-BBE3-48DD5E6888B5}">
      <dgm:prSet/>
      <dgm:spPr/>
      <dgm:t>
        <a:bodyPr/>
        <a:lstStyle/>
        <a:p>
          <a:endParaRPr lang="en-US"/>
        </a:p>
      </dgm:t>
    </dgm:pt>
    <dgm:pt modelId="{4CEBD5B0-9CD6-43EC-91B9-1EFF08485E89}">
      <dgm:prSet custT="1"/>
      <dgm:spPr/>
      <dgm:t>
        <a:bodyPr/>
        <a:lstStyle/>
        <a:p>
          <a:r>
            <a:rPr lang="en-US" sz="1600" dirty="0"/>
            <a:t>Deeper integration with key platforms within the Ticket to resolve them quicker. </a:t>
          </a:r>
        </a:p>
      </dgm:t>
    </dgm:pt>
    <dgm:pt modelId="{0DE5EBE4-7B52-410A-859B-BD5B60ED7F3B}" type="parTrans" cxnId="{81A863E7-CA4F-4179-B377-6387923E1947}">
      <dgm:prSet/>
      <dgm:spPr/>
      <dgm:t>
        <a:bodyPr/>
        <a:lstStyle/>
        <a:p>
          <a:endParaRPr lang="en-US"/>
        </a:p>
      </dgm:t>
    </dgm:pt>
    <dgm:pt modelId="{B91A904E-E84B-450A-B22F-5E90184F52E7}" type="sibTrans" cxnId="{81A863E7-CA4F-4179-B377-6387923E1947}">
      <dgm:prSet/>
      <dgm:spPr/>
      <dgm:t>
        <a:bodyPr/>
        <a:lstStyle/>
        <a:p>
          <a:endParaRPr lang="en-US"/>
        </a:p>
      </dgm:t>
    </dgm:pt>
    <dgm:pt modelId="{EB73D0F7-6278-484C-B8A7-8C45DCFBCA66}">
      <dgm:prSet custT="1"/>
      <dgm:spPr/>
      <dgm:t>
        <a:bodyPr/>
        <a:lstStyle/>
        <a:p>
          <a:r>
            <a:rPr lang="en-US" sz="1800" b="1" dirty="0"/>
            <a:t>AI-Driven Ticket Resolution</a:t>
          </a:r>
        </a:p>
      </dgm:t>
    </dgm:pt>
    <dgm:pt modelId="{DEF99A25-C235-4952-830B-8DE1D6098D1F}" type="parTrans" cxnId="{776F832A-76C5-4168-AD27-10FE5AFC451F}">
      <dgm:prSet/>
      <dgm:spPr/>
      <dgm:t>
        <a:bodyPr/>
        <a:lstStyle/>
        <a:p>
          <a:endParaRPr lang="en-US"/>
        </a:p>
      </dgm:t>
    </dgm:pt>
    <dgm:pt modelId="{982B7E6D-6740-4E7D-B148-2B3DD5CAAE57}" type="sibTrans" cxnId="{776F832A-76C5-4168-AD27-10FE5AFC451F}">
      <dgm:prSet/>
      <dgm:spPr/>
      <dgm:t>
        <a:bodyPr/>
        <a:lstStyle/>
        <a:p>
          <a:endParaRPr lang="en-US"/>
        </a:p>
      </dgm:t>
    </dgm:pt>
    <dgm:pt modelId="{E9CBA469-6E1D-4401-B0C6-0492E7D32C11}">
      <dgm:prSet custT="1"/>
      <dgm:spPr/>
      <dgm:t>
        <a:bodyPr/>
        <a:lstStyle/>
        <a:p>
          <a:r>
            <a:rPr lang="en-US" sz="1600" dirty="0"/>
            <a:t>Trained AI agent on historical data to Summarize a ticket and gather relevant information to reduce back and forth.</a:t>
          </a:r>
        </a:p>
      </dgm:t>
    </dgm:pt>
    <dgm:pt modelId="{4DDF7FB9-0EAD-4AC8-B535-844270B0B927}" type="parTrans" cxnId="{DF3F415B-7751-404D-BDF7-8F6A514206F4}">
      <dgm:prSet/>
      <dgm:spPr/>
      <dgm:t>
        <a:bodyPr/>
        <a:lstStyle/>
        <a:p>
          <a:endParaRPr lang="en-US"/>
        </a:p>
      </dgm:t>
    </dgm:pt>
    <dgm:pt modelId="{21F8BBCD-30FD-4CDA-AE89-DD34FEC539E8}" type="sibTrans" cxnId="{DF3F415B-7751-404D-BDF7-8F6A514206F4}">
      <dgm:prSet/>
      <dgm:spPr/>
      <dgm:t>
        <a:bodyPr/>
        <a:lstStyle/>
        <a:p>
          <a:endParaRPr lang="en-US"/>
        </a:p>
      </dgm:t>
    </dgm:pt>
    <dgm:pt modelId="{F3443069-4BD3-490C-A7D9-BDDB244A110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Redirection between different teams to avoid redundant ticket creation post approval.</a:t>
          </a:r>
        </a:p>
      </dgm:t>
    </dgm:pt>
    <dgm:pt modelId="{686D4D9B-E0D4-41F0-85D2-F565D6DBA7F4}" type="parTrans" cxnId="{B7E52A22-8674-4856-A485-58C8224490A1}">
      <dgm:prSet/>
      <dgm:spPr/>
      <dgm:t>
        <a:bodyPr/>
        <a:lstStyle/>
        <a:p>
          <a:endParaRPr lang="en-US"/>
        </a:p>
      </dgm:t>
    </dgm:pt>
    <dgm:pt modelId="{EC9F5231-C4F0-489D-B88D-FB1DBFC422EB}" type="sibTrans" cxnId="{B7E52A22-8674-4856-A485-58C8224490A1}">
      <dgm:prSet/>
      <dgm:spPr/>
      <dgm:t>
        <a:bodyPr/>
        <a:lstStyle/>
        <a:p>
          <a:endParaRPr lang="en-US"/>
        </a:p>
      </dgm:t>
    </dgm:pt>
    <dgm:pt modelId="{125EBB7B-07FA-4F99-B97A-F90B11AE42B9}">
      <dgm:prSet phldrT="[Text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US" sz="1800" b="1" dirty="0"/>
            <a:t>Scheduled Reporting</a:t>
          </a:r>
          <a:endParaRPr lang="en-US" sz="1800" dirty="0"/>
        </a:p>
      </dgm:t>
    </dgm:pt>
    <dgm:pt modelId="{2762B88C-22BB-4323-84F4-EF80D94C46BA}" type="sibTrans" cxnId="{5F227F6B-23BD-464B-870F-917D897F8DA6}">
      <dgm:prSet/>
      <dgm:spPr/>
      <dgm:t>
        <a:bodyPr/>
        <a:lstStyle/>
        <a:p>
          <a:endParaRPr lang="en-US"/>
        </a:p>
      </dgm:t>
    </dgm:pt>
    <dgm:pt modelId="{9EA59CCE-B5F2-48D2-9CB1-356173DFDAB4}" type="parTrans" cxnId="{5F227F6B-23BD-464B-870F-917D897F8DA6}">
      <dgm:prSet/>
      <dgm:spPr/>
      <dgm:t>
        <a:bodyPr/>
        <a:lstStyle/>
        <a:p>
          <a:endParaRPr lang="en-US"/>
        </a:p>
      </dgm:t>
    </dgm:pt>
    <dgm:pt modelId="{D8DD5572-2CED-4115-9D30-88000C7ADA31}">
      <dgm:prSet custT="1"/>
      <dgm:spPr/>
      <dgm:t>
        <a:bodyPr/>
        <a:lstStyle/>
        <a:p>
          <a:r>
            <a:rPr lang="en-US" sz="1600" dirty="0"/>
            <a:t>Automatic generation and distribution of operational and SLA reports ensure consistent visibility and reduce manual effort.</a:t>
          </a:r>
        </a:p>
      </dgm:t>
    </dgm:pt>
    <dgm:pt modelId="{CF4888CF-42FA-4873-A7FF-388522FB150C}" type="sibTrans" cxnId="{BE1F72B6-26A9-488C-B372-469336A6EB5F}">
      <dgm:prSet/>
      <dgm:spPr/>
      <dgm:t>
        <a:bodyPr/>
        <a:lstStyle/>
        <a:p>
          <a:endParaRPr lang="en-US"/>
        </a:p>
      </dgm:t>
    </dgm:pt>
    <dgm:pt modelId="{F9D71871-19FA-4BB8-9576-CA2AFF4959F4}" type="parTrans" cxnId="{BE1F72B6-26A9-488C-B372-469336A6EB5F}">
      <dgm:prSet/>
      <dgm:spPr/>
      <dgm:t>
        <a:bodyPr/>
        <a:lstStyle/>
        <a:p>
          <a:endParaRPr lang="en-US"/>
        </a:p>
      </dgm:t>
    </dgm:pt>
    <dgm:pt modelId="{99943677-E126-4C1A-A1B3-E4FBE24DA32A}">
      <dgm:prSet custT="1"/>
      <dgm:spPr/>
      <dgm:t>
        <a:bodyPr/>
        <a:lstStyle/>
        <a:p>
          <a:r>
            <a:rPr lang="en-US" sz="1600" dirty="0"/>
            <a:t>Further integration with Outlook and MS Teams for auto ticketing of user queries.</a:t>
          </a:r>
        </a:p>
      </dgm:t>
    </dgm:pt>
    <dgm:pt modelId="{AB333116-A637-4592-946C-CCC0C545D127}" type="parTrans" cxnId="{2A444841-7CFF-4867-A18E-BED3762A5CF9}">
      <dgm:prSet/>
      <dgm:spPr/>
      <dgm:t>
        <a:bodyPr/>
        <a:lstStyle/>
        <a:p>
          <a:endParaRPr lang="en-US"/>
        </a:p>
      </dgm:t>
    </dgm:pt>
    <dgm:pt modelId="{B08C6B9E-050B-44E4-A6E3-A4FBA66F8E62}" type="sibTrans" cxnId="{2A444841-7CFF-4867-A18E-BED3762A5CF9}">
      <dgm:prSet/>
      <dgm:spPr/>
      <dgm:t>
        <a:bodyPr/>
        <a:lstStyle/>
        <a:p>
          <a:endParaRPr lang="en-US"/>
        </a:p>
      </dgm:t>
    </dgm:pt>
    <dgm:pt modelId="{AFA05723-B411-44AC-B133-B715445DC790}">
      <dgm:prSet custT="1"/>
      <dgm:spPr/>
      <dgm:t>
        <a:bodyPr/>
        <a:lstStyle/>
        <a:p>
          <a:r>
            <a:rPr lang="en-US" sz="1600" dirty="0"/>
            <a:t>Gather/learn from similar tickets to assist in ticket resolution.</a:t>
          </a:r>
        </a:p>
      </dgm:t>
    </dgm:pt>
    <dgm:pt modelId="{2F81FD23-1E43-47C3-BA40-DA272B1DF8EA}" type="parTrans" cxnId="{A05DA40E-1CD5-45B9-BFC2-08E6C7011AD9}">
      <dgm:prSet/>
      <dgm:spPr/>
      <dgm:t>
        <a:bodyPr/>
        <a:lstStyle/>
        <a:p>
          <a:endParaRPr lang="en-US"/>
        </a:p>
      </dgm:t>
    </dgm:pt>
    <dgm:pt modelId="{9ABD3201-0670-4B5B-ADC1-786E9AD10589}" type="sibTrans" cxnId="{A05DA40E-1CD5-45B9-BFC2-08E6C7011AD9}">
      <dgm:prSet/>
      <dgm:spPr/>
      <dgm:t>
        <a:bodyPr/>
        <a:lstStyle/>
        <a:p>
          <a:endParaRPr lang="en-US"/>
        </a:p>
      </dgm:t>
    </dgm:pt>
    <dgm:pt modelId="{0C2B5866-FB59-445F-A4E5-05FDEF0E6EF7}">
      <dgm:prSet custT="1"/>
      <dgm:spPr/>
      <dgm:t>
        <a:bodyPr/>
        <a:lstStyle/>
        <a:p>
          <a:r>
            <a:rPr lang="en-US" sz="1600" dirty="0"/>
            <a:t>Monitoring</a:t>
          </a:r>
        </a:p>
      </dgm:t>
    </dgm:pt>
    <dgm:pt modelId="{6A8E6AB9-64A3-4A2E-BAB1-14D5B7FBC3D9}" type="parTrans" cxnId="{926DBE74-62A7-4ABF-96F8-67466C9AD4C3}">
      <dgm:prSet/>
      <dgm:spPr/>
      <dgm:t>
        <a:bodyPr/>
        <a:lstStyle/>
        <a:p>
          <a:endParaRPr lang="en-US"/>
        </a:p>
      </dgm:t>
    </dgm:pt>
    <dgm:pt modelId="{1AD4CEC0-5F2C-4CD1-90A2-1F66AF3690BF}" type="sibTrans" cxnId="{926DBE74-62A7-4ABF-96F8-67466C9AD4C3}">
      <dgm:prSet/>
      <dgm:spPr/>
      <dgm:t>
        <a:bodyPr/>
        <a:lstStyle/>
        <a:p>
          <a:endParaRPr lang="en-US"/>
        </a:p>
      </dgm:t>
    </dgm:pt>
    <dgm:pt modelId="{5BCF5471-89BF-404D-A130-61D4F974E4CD}">
      <dgm:prSet custT="1"/>
      <dgm:spPr/>
      <dgm:t>
        <a:bodyPr/>
        <a:lstStyle/>
        <a:p>
          <a:r>
            <a:rPr lang="en-US" sz="1600" dirty="0"/>
            <a:t>In depth analysis of key metrices for each team with categorization of delay concerns, types of tickets etc.</a:t>
          </a:r>
        </a:p>
      </dgm:t>
    </dgm:pt>
    <dgm:pt modelId="{E2D065F1-E636-4E74-A706-F36F0C901698}" type="parTrans" cxnId="{4BDF59BE-4C40-4826-A799-D5A1AD291166}">
      <dgm:prSet/>
      <dgm:spPr/>
      <dgm:t>
        <a:bodyPr/>
        <a:lstStyle/>
        <a:p>
          <a:endParaRPr lang="en-US"/>
        </a:p>
      </dgm:t>
    </dgm:pt>
    <dgm:pt modelId="{70B35B73-6BD7-434D-888E-FB0A828538DB}" type="sibTrans" cxnId="{4BDF59BE-4C40-4826-A799-D5A1AD291166}">
      <dgm:prSet/>
      <dgm:spPr/>
      <dgm:t>
        <a:bodyPr/>
        <a:lstStyle/>
        <a:p>
          <a:endParaRPr lang="en-US"/>
        </a:p>
      </dgm:t>
    </dgm:pt>
    <dgm:pt modelId="{A302F58F-AED2-4FF6-8592-19933FC11DDD}">
      <dgm:prSet custT="1"/>
      <dgm:spPr/>
      <dgm:t>
        <a:bodyPr/>
        <a:lstStyle/>
        <a:p>
          <a:r>
            <a:rPr lang="en-US" sz="1600" dirty="0"/>
            <a:t>AI agent to create knowledge base for users to resolve tickets by themselves.</a:t>
          </a:r>
        </a:p>
      </dgm:t>
    </dgm:pt>
    <dgm:pt modelId="{5C51DE15-AE58-4B4D-AB1E-9CE0469C3520}" type="parTrans" cxnId="{D77E60B9-4E43-41CB-A789-A4417CCD88DF}">
      <dgm:prSet/>
      <dgm:spPr/>
      <dgm:t>
        <a:bodyPr/>
        <a:lstStyle/>
        <a:p>
          <a:endParaRPr lang="en-US"/>
        </a:p>
      </dgm:t>
    </dgm:pt>
    <dgm:pt modelId="{8AF35C60-6C4D-4EFD-ADBC-BED9671B8E45}" type="sibTrans" cxnId="{D77E60B9-4E43-41CB-A789-A4417CCD88DF}">
      <dgm:prSet/>
      <dgm:spPr/>
      <dgm:t>
        <a:bodyPr/>
        <a:lstStyle/>
        <a:p>
          <a:endParaRPr lang="en-US"/>
        </a:p>
      </dgm:t>
    </dgm:pt>
    <dgm:pt modelId="{3F9FBA21-2243-4F6B-A6EC-F0CDAB19C960}" type="pres">
      <dgm:prSet presAssocID="{6B37DBD2-EB10-49EE-BE89-FFFCF6425D0E}" presName="Name0" presStyleCnt="0">
        <dgm:presLayoutVars>
          <dgm:dir/>
          <dgm:animLvl val="lvl"/>
          <dgm:resizeHandles val="exact"/>
        </dgm:presLayoutVars>
      </dgm:prSet>
      <dgm:spPr/>
    </dgm:pt>
    <dgm:pt modelId="{62F02042-C40F-4615-923D-F31625D24D8F}" type="pres">
      <dgm:prSet presAssocID="{327B552F-1FD4-4C36-AC55-DB6F1C503C83}" presName="linNode" presStyleCnt="0"/>
      <dgm:spPr/>
    </dgm:pt>
    <dgm:pt modelId="{A9940F70-D6C1-459A-9F9A-FE12E7C7EF42}" type="pres">
      <dgm:prSet presAssocID="{327B552F-1FD4-4C36-AC55-DB6F1C503C83}" presName="parentText" presStyleLbl="node1" presStyleIdx="0" presStyleCnt="5" custScaleX="68813">
        <dgm:presLayoutVars>
          <dgm:chMax val="1"/>
          <dgm:bulletEnabled val="1"/>
        </dgm:presLayoutVars>
      </dgm:prSet>
      <dgm:spPr/>
    </dgm:pt>
    <dgm:pt modelId="{275A217A-6C90-411D-8C18-31F5A57C0AEB}" type="pres">
      <dgm:prSet presAssocID="{327B552F-1FD4-4C36-AC55-DB6F1C503C83}" presName="descendantText" presStyleLbl="alignAccFollowNode1" presStyleIdx="0" presStyleCnt="5" custScaleX="114592">
        <dgm:presLayoutVars>
          <dgm:bulletEnabled val="1"/>
        </dgm:presLayoutVars>
      </dgm:prSet>
      <dgm:spPr/>
    </dgm:pt>
    <dgm:pt modelId="{3820E65A-533D-454B-A4EB-5379AE49C19F}" type="pres">
      <dgm:prSet presAssocID="{FF24FADD-3789-4108-A37F-D1BBDFFE427C}" presName="sp" presStyleCnt="0"/>
      <dgm:spPr/>
    </dgm:pt>
    <dgm:pt modelId="{DC4ED502-8469-45DB-9FD1-31BE36B7E27C}" type="pres">
      <dgm:prSet presAssocID="{125EBB7B-07FA-4F99-B97A-F90B11AE42B9}" presName="linNode" presStyleCnt="0"/>
      <dgm:spPr/>
    </dgm:pt>
    <dgm:pt modelId="{07CEE95F-DD34-4B97-92EC-47FAD169E44C}" type="pres">
      <dgm:prSet presAssocID="{125EBB7B-07FA-4F99-B97A-F90B11AE42B9}" presName="parentText" presStyleLbl="node1" presStyleIdx="1" presStyleCnt="5" custScaleX="68813">
        <dgm:presLayoutVars>
          <dgm:chMax val="1"/>
          <dgm:bulletEnabled val="1"/>
        </dgm:presLayoutVars>
      </dgm:prSet>
      <dgm:spPr/>
    </dgm:pt>
    <dgm:pt modelId="{42E60A83-C44E-445F-A1A3-29B7A8FA7BEF}" type="pres">
      <dgm:prSet presAssocID="{125EBB7B-07FA-4F99-B97A-F90B11AE42B9}" presName="descendantText" presStyleLbl="alignAccFollowNode1" presStyleIdx="1" presStyleCnt="5" custScaleX="114592">
        <dgm:presLayoutVars>
          <dgm:bulletEnabled val="1"/>
        </dgm:presLayoutVars>
      </dgm:prSet>
      <dgm:spPr/>
    </dgm:pt>
    <dgm:pt modelId="{67EDA3A9-980A-4C80-8B90-3F36082929FD}" type="pres">
      <dgm:prSet presAssocID="{2762B88C-22BB-4323-84F4-EF80D94C46BA}" presName="sp" presStyleCnt="0"/>
      <dgm:spPr/>
    </dgm:pt>
    <dgm:pt modelId="{82DC1D35-2B00-4401-88F4-41A1BCEEC314}" type="pres">
      <dgm:prSet presAssocID="{03A70569-31CD-4D91-969E-BAC51DC7D3A3}" presName="linNode" presStyleCnt="0"/>
      <dgm:spPr/>
    </dgm:pt>
    <dgm:pt modelId="{D5811638-5725-4F3A-A935-01EF67C58A7D}" type="pres">
      <dgm:prSet presAssocID="{03A70569-31CD-4D91-969E-BAC51DC7D3A3}" presName="parentText" presStyleLbl="node1" presStyleIdx="2" presStyleCnt="5" custScaleX="68813">
        <dgm:presLayoutVars>
          <dgm:chMax val="1"/>
          <dgm:bulletEnabled val="1"/>
        </dgm:presLayoutVars>
      </dgm:prSet>
      <dgm:spPr/>
    </dgm:pt>
    <dgm:pt modelId="{45CF6886-0D81-48E6-BE05-CBAD72F2B323}" type="pres">
      <dgm:prSet presAssocID="{03A70569-31CD-4D91-969E-BAC51DC7D3A3}" presName="descendantText" presStyleLbl="alignAccFollowNode1" presStyleIdx="2" presStyleCnt="5" custScaleX="114592">
        <dgm:presLayoutVars>
          <dgm:bulletEnabled val="1"/>
        </dgm:presLayoutVars>
      </dgm:prSet>
      <dgm:spPr/>
    </dgm:pt>
    <dgm:pt modelId="{7B0703CE-6A44-4331-A850-67B5D926AE59}" type="pres">
      <dgm:prSet presAssocID="{1DA114DD-BED5-4989-A6C8-484455BF0564}" presName="sp" presStyleCnt="0"/>
      <dgm:spPr/>
    </dgm:pt>
    <dgm:pt modelId="{EFB98C41-C497-4603-87B2-9CE5E89B9F2D}" type="pres">
      <dgm:prSet presAssocID="{EB73D0F7-6278-484C-B8A7-8C45DCFBCA66}" presName="linNode" presStyleCnt="0"/>
      <dgm:spPr/>
    </dgm:pt>
    <dgm:pt modelId="{BB57541D-2D54-4C3A-AC96-1711E928ACDB}" type="pres">
      <dgm:prSet presAssocID="{EB73D0F7-6278-484C-B8A7-8C45DCFBCA66}" presName="parentText" presStyleLbl="node1" presStyleIdx="3" presStyleCnt="5" custScaleX="68813" custScaleY="138241">
        <dgm:presLayoutVars>
          <dgm:chMax val="1"/>
          <dgm:bulletEnabled val="1"/>
        </dgm:presLayoutVars>
      </dgm:prSet>
      <dgm:spPr/>
    </dgm:pt>
    <dgm:pt modelId="{37020766-2699-4331-B770-99EB01A6E87E}" type="pres">
      <dgm:prSet presAssocID="{EB73D0F7-6278-484C-B8A7-8C45DCFBCA66}" presName="descendantText" presStyleLbl="alignAccFollowNode1" presStyleIdx="3" presStyleCnt="5" custScaleX="114592" custScaleY="149495">
        <dgm:presLayoutVars>
          <dgm:bulletEnabled val="1"/>
        </dgm:presLayoutVars>
      </dgm:prSet>
      <dgm:spPr/>
    </dgm:pt>
    <dgm:pt modelId="{0DF93CA8-9DDB-4FDE-89FC-8ED6DAE087BB}" type="pres">
      <dgm:prSet presAssocID="{982B7E6D-6740-4E7D-B148-2B3DD5CAAE57}" presName="sp" presStyleCnt="0"/>
      <dgm:spPr/>
    </dgm:pt>
    <dgm:pt modelId="{A5196892-CFEB-4AE7-8DCD-066B35DD3EB5}" type="pres">
      <dgm:prSet presAssocID="{0C2B5866-FB59-445F-A4E5-05FDEF0E6EF7}" presName="linNode" presStyleCnt="0"/>
      <dgm:spPr/>
    </dgm:pt>
    <dgm:pt modelId="{3AD4740C-2FE1-4551-8706-89F1A94F835B}" type="pres">
      <dgm:prSet presAssocID="{0C2B5866-FB59-445F-A4E5-05FDEF0E6EF7}" presName="parentText" presStyleLbl="node1" presStyleIdx="4" presStyleCnt="5" custScaleX="107649">
        <dgm:presLayoutVars>
          <dgm:chMax val="1"/>
          <dgm:bulletEnabled val="1"/>
        </dgm:presLayoutVars>
      </dgm:prSet>
      <dgm:spPr/>
    </dgm:pt>
    <dgm:pt modelId="{E5FB0435-37AF-4BF0-83BD-F8A949DD723A}" type="pres">
      <dgm:prSet presAssocID="{0C2B5866-FB59-445F-A4E5-05FDEF0E6EF7}" presName="descendantText" presStyleLbl="alignAccFollowNode1" presStyleIdx="4" presStyleCnt="5" custScaleX="181059">
        <dgm:presLayoutVars>
          <dgm:bulletEnabled val="1"/>
        </dgm:presLayoutVars>
      </dgm:prSet>
      <dgm:spPr/>
    </dgm:pt>
  </dgm:ptLst>
  <dgm:cxnLst>
    <dgm:cxn modelId="{91BFF50A-4632-46CB-AD0C-2A758B02CDFD}" type="presOf" srcId="{03A70569-31CD-4D91-969E-BAC51DC7D3A3}" destId="{D5811638-5725-4F3A-A935-01EF67C58A7D}" srcOrd="0" destOrd="0" presId="urn:microsoft.com/office/officeart/2005/8/layout/vList5"/>
    <dgm:cxn modelId="{A05DA40E-1CD5-45B9-BFC2-08E6C7011AD9}" srcId="{EB73D0F7-6278-484C-B8A7-8C45DCFBCA66}" destId="{AFA05723-B411-44AC-B133-B715445DC790}" srcOrd="1" destOrd="0" parTransId="{2F81FD23-1E43-47C3-BA40-DA272B1DF8EA}" sibTransId="{9ABD3201-0670-4B5B-ADC1-786E9AD10589}"/>
    <dgm:cxn modelId="{5DD6071A-2F7C-43D7-A410-261B3EE4C43F}" type="presOf" srcId="{0C2B5866-FB59-445F-A4E5-05FDEF0E6EF7}" destId="{3AD4740C-2FE1-4551-8706-89F1A94F835B}" srcOrd="0" destOrd="0" presId="urn:microsoft.com/office/officeart/2005/8/layout/vList5"/>
    <dgm:cxn modelId="{B7E52A22-8674-4856-A485-58C8224490A1}" srcId="{327B552F-1FD4-4C36-AC55-DB6F1C503C83}" destId="{F3443069-4BD3-490C-A7D9-BDDB244A1105}" srcOrd="1" destOrd="0" parTransId="{686D4D9B-E0D4-41F0-85D2-F565D6DBA7F4}" sibTransId="{EC9F5231-C4F0-489D-B88D-FB1DBFC422EB}"/>
    <dgm:cxn modelId="{776F832A-76C5-4168-AD27-10FE5AFC451F}" srcId="{6B37DBD2-EB10-49EE-BE89-FFFCF6425D0E}" destId="{EB73D0F7-6278-484C-B8A7-8C45DCFBCA66}" srcOrd="3" destOrd="0" parTransId="{DEF99A25-C235-4952-830B-8DE1D6098D1F}" sibTransId="{982B7E6D-6740-4E7D-B148-2B3DD5CAAE57}"/>
    <dgm:cxn modelId="{8849562B-9BC7-47CE-BC89-F869D789A9E9}" srcId="{327B552F-1FD4-4C36-AC55-DB6F1C503C83}" destId="{4EAB2270-80E7-4A01-9119-6B0C5B6B71B0}" srcOrd="0" destOrd="0" parTransId="{694D880E-45CE-4ACC-9B35-66ED2D95567E}" sibTransId="{B50C5F6B-1E57-4A35-9A87-AFC7DA449651}"/>
    <dgm:cxn modelId="{76331D30-0394-4851-840B-14913EB9070B}" type="presOf" srcId="{A302F58F-AED2-4FF6-8592-19933FC11DDD}" destId="{37020766-2699-4331-B770-99EB01A6E87E}" srcOrd="0" destOrd="2" presId="urn:microsoft.com/office/officeart/2005/8/layout/vList5"/>
    <dgm:cxn modelId="{18F8DC3B-9525-43B8-BCF7-3D68E4BA576C}" srcId="{6B37DBD2-EB10-49EE-BE89-FFFCF6425D0E}" destId="{327B552F-1FD4-4C36-AC55-DB6F1C503C83}" srcOrd="0" destOrd="0" parTransId="{B84E50E2-F882-4E70-A4D9-5FEAB16C5D53}" sibTransId="{FF24FADD-3789-4108-A37F-D1BBDFFE427C}"/>
    <dgm:cxn modelId="{DF3F415B-7751-404D-BDF7-8F6A514206F4}" srcId="{EB73D0F7-6278-484C-B8A7-8C45DCFBCA66}" destId="{E9CBA469-6E1D-4401-B0C6-0492E7D32C11}" srcOrd="0" destOrd="0" parTransId="{4DDF7FB9-0EAD-4AC8-B535-844270B0B927}" sibTransId="{21F8BBCD-30FD-4CDA-AE89-DD34FEC539E8}"/>
    <dgm:cxn modelId="{2A444841-7CFF-4867-A18E-BED3762A5CF9}" srcId="{03A70569-31CD-4D91-969E-BAC51DC7D3A3}" destId="{99943677-E126-4C1A-A1B3-E4FBE24DA32A}" srcOrd="1" destOrd="0" parTransId="{AB333116-A637-4592-946C-CCC0C545D127}" sibTransId="{B08C6B9E-050B-44E4-A6E3-A4FBA66F8E62}"/>
    <dgm:cxn modelId="{39234148-607F-4486-8485-0DAEEA18DF38}" type="presOf" srcId="{D8DD5572-2CED-4115-9D30-88000C7ADA31}" destId="{42E60A83-C44E-445F-A1A3-29B7A8FA7BEF}" srcOrd="0" destOrd="0" presId="urn:microsoft.com/office/officeart/2005/8/layout/vList5"/>
    <dgm:cxn modelId="{5F227F6B-23BD-464B-870F-917D897F8DA6}" srcId="{6B37DBD2-EB10-49EE-BE89-FFFCF6425D0E}" destId="{125EBB7B-07FA-4F99-B97A-F90B11AE42B9}" srcOrd="1" destOrd="0" parTransId="{9EA59CCE-B5F2-48D2-9CB1-356173DFDAB4}" sibTransId="{2762B88C-22BB-4323-84F4-EF80D94C46BA}"/>
    <dgm:cxn modelId="{D7F47474-EB96-46BF-8280-2836CD9C1BBD}" type="presOf" srcId="{327B552F-1FD4-4C36-AC55-DB6F1C503C83}" destId="{A9940F70-D6C1-459A-9F9A-FE12E7C7EF42}" srcOrd="0" destOrd="0" presId="urn:microsoft.com/office/officeart/2005/8/layout/vList5"/>
    <dgm:cxn modelId="{926DBE74-62A7-4ABF-96F8-67466C9AD4C3}" srcId="{6B37DBD2-EB10-49EE-BE89-FFFCF6425D0E}" destId="{0C2B5866-FB59-445F-A4E5-05FDEF0E6EF7}" srcOrd="4" destOrd="0" parTransId="{6A8E6AB9-64A3-4A2E-BAB1-14D5B7FBC3D9}" sibTransId="{1AD4CEC0-5F2C-4CD1-90A2-1F66AF3690BF}"/>
    <dgm:cxn modelId="{307AAB88-AB0C-4CB7-BBE3-48DD5E6888B5}" srcId="{6B37DBD2-EB10-49EE-BE89-FFFCF6425D0E}" destId="{03A70569-31CD-4D91-969E-BAC51DC7D3A3}" srcOrd="2" destOrd="0" parTransId="{0377B08F-AFC1-4CD3-AD36-E5787B68C0CF}" sibTransId="{1DA114DD-BED5-4989-A6C8-484455BF0564}"/>
    <dgm:cxn modelId="{70433A8E-33DB-41F2-8B9B-D5AF8C61A9D5}" type="presOf" srcId="{AFA05723-B411-44AC-B133-B715445DC790}" destId="{37020766-2699-4331-B770-99EB01A6E87E}" srcOrd="0" destOrd="1" presId="urn:microsoft.com/office/officeart/2005/8/layout/vList5"/>
    <dgm:cxn modelId="{6AE8FCA8-CAD4-4172-8AD5-45FECAEE143C}" type="presOf" srcId="{5BCF5471-89BF-404D-A130-61D4F974E4CD}" destId="{E5FB0435-37AF-4BF0-83BD-F8A949DD723A}" srcOrd="0" destOrd="0" presId="urn:microsoft.com/office/officeart/2005/8/layout/vList5"/>
    <dgm:cxn modelId="{BE1F72B6-26A9-488C-B372-469336A6EB5F}" srcId="{125EBB7B-07FA-4F99-B97A-F90B11AE42B9}" destId="{D8DD5572-2CED-4115-9D30-88000C7ADA31}" srcOrd="0" destOrd="0" parTransId="{F9D71871-19FA-4BB8-9576-CA2AFF4959F4}" sibTransId="{CF4888CF-42FA-4873-A7FF-388522FB150C}"/>
    <dgm:cxn modelId="{7E3E16B7-0124-4C35-A36C-931B9268A6F2}" type="presOf" srcId="{4CEBD5B0-9CD6-43EC-91B9-1EFF08485E89}" destId="{45CF6886-0D81-48E6-BE05-CBAD72F2B323}" srcOrd="0" destOrd="0" presId="urn:microsoft.com/office/officeart/2005/8/layout/vList5"/>
    <dgm:cxn modelId="{D77E60B9-4E43-41CB-A789-A4417CCD88DF}" srcId="{EB73D0F7-6278-484C-B8A7-8C45DCFBCA66}" destId="{A302F58F-AED2-4FF6-8592-19933FC11DDD}" srcOrd="2" destOrd="0" parTransId="{5C51DE15-AE58-4B4D-AB1E-9CE0469C3520}" sibTransId="{8AF35C60-6C4D-4EFD-ADBC-BED9671B8E45}"/>
    <dgm:cxn modelId="{4BDF59BE-4C40-4826-A799-D5A1AD291166}" srcId="{0C2B5866-FB59-445F-A4E5-05FDEF0E6EF7}" destId="{5BCF5471-89BF-404D-A130-61D4F974E4CD}" srcOrd="0" destOrd="0" parTransId="{E2D065F1-E636-4E74-A706-F36F0C901698}" sibTransId="{70B35B73-6BD7-434D-888E-FB0A828538DB}"/>
    <dgm:cxn modelId="{628F9EC1-C019-4FD2-BF57-883AA37CAEA9}" type="presOf" srcId="{E9CBA469-6E1D-4401-B0C6-0492E7D32C11}" destId="{37020766-2699-4331-B770-99EB01A6E87E}" srcOrd="0" destOrd="0" presId="urn:microsoft.com/office/officeart/2005/8/layout/vList5"/>
    <dgm:cxn modelId="{7A6EB3CE-AB1B-45E1-984A-ED6511AB5260}" type="presOf" srcId="{EB73D0F7-6278-484C-B8A7-8C45DCFBCA66}" destId="{BB57541D-2D54-4C3A-AC96-1711E928ACDB}" srcOrd="0" destOrd="0" presId="urn:microsoft.com/office/officeart/2005/8/layout/vList5"/>
    <dgm:cxn modelId="{ED8C8ED8-0868-44D1-975C-40EC184B41C7}" type="presOf" srcId="{F3443069-4BD3-490C-A7D9-BDDB244A1105}" destId="{275A217A-6C90-411D-8C18-31F5A57C0AEB}" srcOrd="0" destOrd="1" presId="urn:microsoft.com/office/officeart/2005/8/layout/vList5"/>
    <dgm:cxn modelId="{613C35E6-044C-4548-9C60-7AC7B38CDB22}" type="presOf" srcId="{125EBB7B-07FA-4F99-B97A-F90B11AE42B9}" destId="{07CEE95F-DD34-4B97-92EC-47FAD169E44C}" srcOrd="0" destOrd="0" presId="urn:microsoft.com/office/officeart/2005/8/layout/vList5"/>
    <dgm:cxn modelId="{81A863E7-CA4F-4179-B377-6387923E1947}" srcId="{03A70569-31CD-4D91-969E-BAC51DC7D3A3}" destId="{4CEBD5B0-9CD6-43EC-91B9-1EFF08485E89}" srcOrd="0" destOrd="0" parTransId="{0DE5EBE4-7B52-410A-859B-BD5B60ED7F3B}" sibTransId="{B91A904E-E84B-450A-B22F-5E90184F52E7}"/>
    <dgm:cxn modelId="{E3757CE8-07A6-4A87-880F-1D907447C7EC}" type="presOf" srcId="{4EAB2270-80E7-4A01-9119-6B0C5B6B71B0}" destId="{275A217A-6C90-411D-8C18-31F5A57C0AEB}" srcOrd="0" destOrd="0" presId="urn:microsoft.com/office/officeart/2005/8/layout/vList5"/>
    <dgm:cxn modelId="{95F091ED-31A2-4909-A877-1C77E0351728}" type="presOf" srcId="{6B37DBD2-EB10-49EE-BE89-FFFCF6425D0E}" destId="{3F9FBA21-2243-4F6B-A6EC-F0CDAB19C960}" srcOrd="0" destOrd="0" presId="urn:microsoft.com/office/officeart/2005/8/layout/vList5"/>
    <dgm:cxn modelId="{519B28FA-4CE4-4848-9380-3459BC13498D}" type="presOf" srcId="{99943677-E126-4C1A-A1B3-E4FBE24DA32A}" destId="{45CF6886-0D81-48E6-BE05-CBAD72F2B323}" srcOrd="0" destOrd="1" presId="urn:microsoft.com/office/officeart/2005/8/layout/vList5"/>
    <dgm:cxn modelId="{6F3F7B6A-4BCB-479B-B6A0-C09F0BF76A87}" type="presParOf" srcId="{3F9FBA21-2243-4F6B-A6EC-F0CDAB19C960}" destId="{62F02042-C40F-4615-923D-F31625D24D8F}" srcOrd="0" destOrd="0" presId="urn:microsoft.com/office/officeart/2005/8/layout/vList5"/>
    <dgm:cxn modelId="{7A78332F-640D-4943-A780-FDBB93760BE6}" type="presParOf" srcId="{62F02042-C40F-4615-923D-F31625D24D8F}" destId="{A9940F70-D6C1-459A-9F9A-FE12E7C7EF42}" srcOrd="0" destOrd="0" presId="urn:microsoft.com/office/officeart/2005/8/layout/vList5"/>
    <dgm:cxn modelId="{FF5C3BDD-6B93-42C4-91FD-7D9C1F850B3B}" type="presParOf" srcId="{62F02042-C40F-4615-923D-F31625D24D8F}" destId="{275A217A-6C90-411D-8C18-31F5A57C0AEB}" srcOrd="1" destOrd="0" presId="urn:microsoft.com/office/officeart/2005/8/layout/vList5"/>
    <dgm:cxn modelId="{8CE1D2B9-787E-4BBD-9A75-420C2A5AA21F}" type="presParOf" srcId="{3F9FBA21-2243-4F6B-A6EC-F0CDAB19C960}" destId="{3820E65A-533D-454B-A4EB-5379AE49C19F}" srcOrd="1" destOrd="0" presId="urn:microsoft.com/office/officeart/2005/8/layout/vList5"/>
    <dgm:cxn modelId="{0139E20A-33EE-4D03-876C-6873151D6D8F}" type="presParOf" srcId="{3F9FBA21-2243-4F6B-A6EC-F0CDAB19C960}" destId="{DC4ED502-8469-45DB-9FD1-31BE36B7E27C}" srcOrd="2" destOrd="0" presId="urn:microsoft.com/office/officeart/2005/8/layout/vList5"/>
    <dgm:cxn modelId="{9C9A0CCB-17E4-464F-AAC6-B588E94B83B9}" type="presParOf" srcId="{DC4ED502-8469-45DB-9FD1-31BE36B7E27C}" destId="{07CEE95F-DD34-4B97-92EC-47FAD169E44C}" srcOrd="0" destOrd="0" presId="urn:microsoft.com/office/officeart/2005/8/layout/vList5"/>
    <dgm:cxn modelId="{A375E6C0-41FC-4F3E-87BD-A1275395C394}" type="presParOf" srcId="{DC4ED502-8469-45DB-9FD1-31BE36B7E27C}" destId="{42E60A83-C44E-445F-A1A3-29B7A8FA7BEF}" srcOrd="1" destOrd="0" presId="urn:microsoft.com/office/officeart/2005/8/layout/vList5"/>
    <dgm:cxn modelId="{43856C30-F431-4179-B498-7FB517A51082}" type="presParOf" srcId="{3F9FBA21-2243-4F6B-A6EC-F0CDAB19C960}" destId="{67EDA3A9-980A-4C80-8B90-3F36082929FD}" srcOrd="3" destOrd="0" presId="urn:microsoft.com/office/officeart/2005/8/layout/vList5"/>
    <dgm:cxn modelId="{6ECFFCE7-E64C-4AAF-B9A8-D733DBBCCC03}" type="presParOf" srcId="{3F9FBA21-2243-4F6B-A6EC-F0CDAB19C960}" destId="{82DC1D35-2B00-4401-88F4-41A1BCEEC314}" srcOrd="4" destOrd="0" presId="urn:microsoft.com/office/officeart/2005/8/layout/vList5"/>
    <dgm:cxn modelId="{A0340322-4992-406C-9002-4249F28B1269}" type="presParOf" srcId="{82DC1D35-2B00-4401-88F4-41A1BCEEC314}" destId="{D5811638-5725-4F3A-A935-01EF67C58A7D}" srcOrd="0" destOrd="0" presId="urn:microsoft.com/office/officeart/2005/8/layout/vList5"/>
    <dgm:cxn modelId="{E3C4EFD9-6DF8-4FEE-8CAD-B8E14EE2220C}" type="presParOf" srcId="{82DC1D35-2B00-4401-88F4-41A1BCEEC314}" destId="{45CF6886-0D81-48E6-BE05-CBAD72F2B323}" srcOrd="1" destOrd="0" presId="urn:microsoft.com/office/officeart/2005/8/layout/vList5"/>
    <dgm:cxn modelId="{0342FF8F-84FC-4E1A-9B92-5D1B000E8E6F}" type="presParOf" srcId="{3F9FBA21-2243-4F6B-A6EC-F0CDAB19C960}" destId="{7B0703CE-6A44-4331-A850-67B5D926AE59}" srcOrd="5" destOrd="0" presId="urn:microsoft.com/office/officeart/2005/8/layout/vList5"/>
    <dgm:cxn modelId="{78AF9B81-128D-4AA2-87F9-11DDBA588E04}" type="presParOf" srcId="{3F9FBA21-2243-4F6B-A6EC-F0CDAB19C960}" destId="{EFB98C41-C497-4603-87B2-9CE5E89B9F2D}" srcOrd="6" destOrd="0" presId="urn:microsoft.com/office/officeart/2005/8/layout/vList5"/>
    <dgm:cxn modelId="{A2874D0D-5B80-4E4B-B8C7-C80569782D52}" type="presParOf" srcId="{EFB98C41-C497-4603-87B2-9CE5E89B9F2D}" destId="{BB57541D-2D54-4C3A-AC96-1711E928ACDB}" srcOrd="0" destOrd="0" presId="urn:microsoft.com/office/officeart/2005/8/layout/vList5"/>
    <dgm:cxn modelId="{83E466FF-55BD-49C2-AF7F-6247CE956DB0}" type="presParOf" srcId="{EFB98C41-C497-4603-87B2-9CE5E89B9F2D}" destId="{37020766-2699-4331-B770-99EB01A6E87E}" srcOrd="1" destOrd="0" presId="urn:microsoft.com/office/officeart/2005/8/layout/vList5"/>
    <dgm:cxn modelId="{B6A6D546-BE2B-48A2-B118-BDC7EA4FD673}" type="presParOf" srcId="{3F9FBA21-2243-4F6B-A6EC-F0CDAB19C960}" destId="{0DF93CA8-9DDB-4FDE-89FC-8ED6DAE087BB}" srcOrd="7" destOrd="0" presId="urn:microsoft.com/office/officeart/2005/8/layout/vList5"/>
    <dgm:cxn modelId="{F925A684-80FE-45CC-B15E-6706266D1CFE}" type="presParOf" srcId="{3F9FBA21-2243-4F6B-A6EC-F0CDAB19C960}" destId="{A5196892-CFEB-4AE7-8DCD-066B35DD3EB5}" srcOrd="8" destOrd="0" presId="urn:microsoft.com/office/officeart/2005/8/layout/vList5"/>
    <dgm:cxn modelId="{3D9B13F4-1241-492A-8B13-ED0AF4F2DE5B}" type="presParOf" srcId="{A5196892-CFEB-4AE7-8DCD-066B35DD3EB5}" destId="{3AD4740C-2FE1-4551-8706-89F1A94F835B}" srcOrd="0" destOrd="0" presId="urn:microsoft.com/office/officeart/2005/8/layout/vList5"/>
    <dgm:cxn modelId="{39AD2B61-E4D3-4EB6-95DE-973CC80F6D84}" type="presParOf" srcId="{A5196892-CFEB-4AE7-8DCD-066B35DD3EB5}" destId="{E5FB0435-37AF-4BF0-83BD-F8A949DD723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226DD-590E-4F70-87B6-7C296B7C1953}">
      <dsp:nvSpPr>
        <dsp:cNvPr id="0" name=""/>
        <dsp:cNvSpPr/>
      </dsp:nvSpPr>
      <dsp:spPr>
        <a:xfrm>
          <a:off x="0" y="215023"/>
          <a:ext cx="11202737" cy="571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9457" tIns="229108" rIns="8694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/>
            <a:t>End‑to‑end ticket creation, updates, commenting, tracking, and bulk operations for efficient service handling.</a:t>
          </a:r>
          <a:endParaRPr lang="en-US" sz="1600" kern="1200" dirty="0"/>
        </a:p>
      </dsp:txBody>
      <dsp:txXfrm>
        <a:off x="0" y="215023"/>
        <a:ext cx="11202737" cy="571725"/>
      </dsp:txXfrm>
    </dsp:sp>
    <dsp:sp modelId="{4D583EE5-6943-4898-BEF3-1E9B68C9D67C}">
      <dsp:nvSpPr>
        <dsp:cNvPr id="0" name=""/>
        <dsp:cNvSpPr/>
      </dsp:nvSpPr>
      <dsp:spPr>
        <a:xfrm>
          <a:off x="560136" y="52663"/>
          <a:ext cx="7841915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406" tIns="0" rIns="2964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Unified Ticket Management</a:t>
          </a:r>
          <a:endParaRPr lang="en-US" sz="1600" kern="1200" dirty="0"/>
        </a:p>
      </dsp:txBody>
      <dsp:txXfrm>
        <a:off x="575988" y="68515"/>
        <a:ext cx="7810211" cy="293016"/>
      </dsp:txXfrm>
    </dsp:sp>
    <dsp:sp modelId="{E110168A-49C1-4892-B2C3-301073A297F5}">
      <dsp:nvSpPr>
        <dsp:cNvPr id="0" name=""/>
        <dsp:cNvSpPr/>
      </dsp:nvSpPr>
      <dsp:spPr>
        <a:xfrm>
          <a:off x="0" y="1008509"/>
          <a:ext cx="11202737" cy="571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9457" tIns="229108" rIns="8694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Dynamic </a:t>
          </a:r>
          <a:r>
            <a:rPr lang="en-US" sz="1600" b="0" i="0" kern="1200" dirty="0"/>
            <a:t>form builder + rule‑based ticket and workflow orchestrators for agile, no‑code changes.</a:t>
          </a:r>
          <a:endParaRPr lang="en-US" sz="1600" kern="1200" dirty="0"/>
        </a:p>
      </dsp:txBody>
      <dsp:txXfrm>
        <a:off x="0" y="1008509"/>
        <a:ext cx="11202737" cy="571725"/>
      </dsp:txXfrm>
    </dsp:sp>
    <dsp:sp modelId="{C68DE74F-CE23-475F-B5D2-37BC6BA10412}">
      <dsp:nvSpPr>
        <dsp:cNvPr id="0" name=""/>
        <dsp:cNvSpPr/>
      </dsp:nvSpPr>
      <dsp:spPr>
        <a:xfrm>
          <a:off x="560136" y="846149"/>
          <a:ext cx="7841915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406" tIns="0" rIns="2964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Configurable Orchestration</a:t>
          </a:r>
          <a:endParaRPr lang="en-US" sz="1600" kern="1200" dirty="0"/>
        </a:p>
      </dsp:txBody>
      <dsp:txXfrm>
        <a:off x="575988" y="862001"/>
        <a:ext cx="7810211" cy="293016"/>
      </dsp:txXfrm>
    </dsp:sp>
    <dsp:sp modelId="{BA806FA8-2ADF-4456-A3CD-C77FD3CFDF47}">
      <dsp:nvSpPr>
        <dsp:cNvPr id="0" name=""/>
        <dsp:cNvSpPr/>
      </dsp:nvSpPr>
      <dsp:spPr>
        <a:xfrm>
          <a:off x="0" y="1801994"/>
          <a:ext cx="11202737" cy="571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9457" tIns="229108" rIns="8694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Real</a:t>
          </a:r>
          <a:r>
            <a:rPr lang="en-US" sz="1600" b="0" i="0" kern="1200" dirty="0"/>
            <a:t>‑time dashboards with deep analysis of SLA breaches, bottlenecks, and backlog trends.</a:t>
          </a:r>
          <a:endParaRPr lang="en-US" sz="1600" kern="1200" dirty="0"/>
        </a:p>
      </dsp:txBody>
      <dsp:txXfrm>
        <a:off x="0" y="1801994"/>
        <a:ext cx="11202737" cy="571725"/>
      </dsp:txXfrm>
    </dsp:sp>
    <dsp:sp modelId="{33EFC9A8-0587-4F5B-BEFC-AB9E59A7BD98}">
      <dsp:nvSpPr>
        <dsp:cNvPr id="0" name=""/>
        <dsp:cNvSpPr/>
      </dsp:nvSpPr>
      <dsp:spPr>
        <a:xfrm>
          <a:off x="560136" y="1639634"/>
          <a:ext cx="7841915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406" tIns="0" rIns="2964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Advanced Monitoring &amp; SLA Insights</a:t>
          </a:r>
          <a:endParaRPr lang="en-US" sz="1600" kern="1200" dirty="0"/>
        </a:p>
      </dsp:txBody>
      <dsp:txXfrm>
        <a:off x="575988" y="1655486"/>
        <a:ext cx="7810211" cy="293016"/>
      </dsp:txXfrm>
    </dsp:sp>
    <dsp:sp modelId="{B4498909-3288-48C7-B71C-94548F9A1FE7}">
      <dsp:nvSpPr>
        <dsp:cNvPr id="0" name=""/>
        <dsp:cNvSpPr/>
      </dsp:nvSpPr>
      <dsp:spPr>
        <a:xfrm>
          <a:off x="0" y="2595479"/>
          <a:ext cx="11202737" cy="571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9457" tIns="229108" rIns="8694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Role</a:t>
          </a:r>
          <a:r>
            <a:rPr lang="en-US" sz="1600" b="0" i="0" kern="1200" dirty="0"/>
            <a:t>/Team‑wise access controls, audit trails, and secure integration with internal systems.</a:t>
          </a:r>
          <a:endParaRPr lang="en-US" sz="1600" kern="1200" dirty="0"/>
        </a:p>
      </dsp:txBody>
      <dsp:txXfrm>
        <a:off x="0" y="2595479"/>
        <a:ext cx="11202737" cy="571725"/>
      </dsp:txXfrm>
    </dsp:sp>
    <dsp:sp modelId="{67CBD994-E562-4682-A513-0EFAF4703150}">
      <dsp:nvSpPr>
        <dsp:cNvPr id="0" name=""/>
        <dsp:cNvSpPr/>
      </dsp:nvSpPr>
      <dsp:spPr>
        <a:xfrm>
          <a:off x="560136" y="2433119"/>
          <a:ext cx="7841915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406" tIns="0" rIns="2964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Security &amp; Access Governance</a:t>
          </a:r>
          <a:endParaRPr lang="en-US" sz="1600" kern="1200" dirty="0"/>
        </a:p>
      </dsp:txBody>
      <dsp:txXfrm>
        <a:off x="575988" y="2448971"/>
        <a:ext cx="7810211" cy="293016"/>
      </dsp:txXfrm>
    </dsp:sp>
    <dsp:sp modelId="{2EB0DB1B-56CF-436A-B2B4-648DA580047A}">
      <dsp:nvSpPr>
        <dsp:cNvPr id="0" name=""/>
        <dsp:cNvSpPr/>
      </dsp:nvSpPr>
      <dsp:spPr>
        <a:xfrm>
          <a:off x="0" y="3388964"/>
          <a:ext cx="11202737" cy="571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9457" tIns="229108" rIns="8694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Auto</a:t>
          </a:r>
          <a:r>
            <a:rPr lang="en-US" sz="1600" b="0" i="0" kern="1200" dirty="0"/>
            <a:t>‑summaries, detail extraction, similar ticket matching, and guided solution recommendations.</a:t>
          </a:r>
          <a:endParaRPr lang="en-US" sz="1600" kern="1200" dirty="0"/>
        </a:p>
      </dsp:txBody>
      <dsp:txXfrm>
        <a:off x="0" y="3388964"/>
        <a:ext cx="11202737" cy="571725"/>
      </dsp:txXfrm>
    </dsp:sp>
    <dsp:sp modelId="{7C85AF73-8DB8-41C7-942C-410044AFD315}">
      <dsp:nvSpPr>
        <dsp:cNvPr id="0" name=""/>
        <dsp:cNvSpPr/>
      </dsp:nvSpPr>
      <dsp:spPr>
        <a:xfrm>
          <a:off x="560136" y="3226604"/>
          <a:ext cx="7841915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406" tIns="0" rIns="2964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AI‑Driven Ticket Intelligence*</a:t>
          </a:r>
          <a:endParaRPr lang="en-US" sz="1600" kern="1200" dirty="0"/>
        </a:p>
      </dsp:txBody>
      <dsp:txXfrm>
        <a:off x="575988" y="3242456"/>
        <a:ext cx="7810211" cy="293016"/>
      </dsp:txXfrm>
    </dsp:sp>
    <dsp:sp modelId="{3D350A4A-7FED-41CF-ADA2-4E8E1E98EAC7}">
      <dsp:nvSpPr>
        <dsp:cNvPr id="0" name=""/>
        <dsp:cNvSpPr/>
      </dsp:nvSpPr>
      <dsp:spPr>
        <a:xfrm>
          <a:off x="0" y="4182449"/>
          <a:ext cx="11202737" cy="571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9457" tIns="229108" rIns="86945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Auto</a:t>
          </a:r>
          <a:r>
            <a:rPr lang="en-US" sz="1600" b="0" i="0" kern="1200" dirty="0"/>
            <a:t>‑creation and reminders triggered via email/MS Teams for seamless request capture.</a:t>
          </a:r>
          <a:endParaRPr lang="en-US" sz="1600" kern="1200" dirty="0"/>
        </a:p>
      </dsp:txBody>
      <dsp:txXfrm>
        <a:off x="0" y="4182449"/>
        <a:ext cx="11202737" cy="571725"/>
      </dsp:txXfrm>
    </dsp:sp>
    <dsp:sp modelId="{162F285B-EDEA-4A28-B98B-48EE131470C0}">
      <dsp:nvSpPr>
        <dsp:cNvPr id="0" name=""/>
        <dsp:cNvSpPr/>
      </dsp:nvSpPr>
      <dsp:spPr>
        <a:xfrm>
          <a:off x="560136" y="4020089"/>
          <a:ext cx="7841915" cy="324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406" tIns="0" rIns="296406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dirty="0"/>
            <a:t>Automated Ticketing &amp; Notifications*</a:t>
          </a:r>
          <a:endParaRPr lang="en-US" sz="1600" kern="1200" dirty="0"/>
        </a:p>
      </dsp:txBody>
      <dsp:txXfrm>
        <a:off x="575988" y="4035941"/>
        <a:ext cx="7810211" cy="2930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A217A-6C90-411D-8C18-31F5A57C0AEB}">
      <dsp:nvSpPr>
        <dsp:cNvPr id="0" name=""/>
        <dsp:cNvSpPr/>
      </dsp:nvSpPr>
      <dsp:spPr>
        <a:xfrm rot="5400000">
          <a:off x="6935932" y="-3914767"/>
          <a:ext cx="677136" cy="8680683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Parallel and conditional workflows enabling complex approval chains and multi-team collaboration without manual steps.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Redirection between different teams to avoid redundant ticket creation post approval.</a:t>
          </a:r>
        </a:p>
      </dsp:txBody>
      <dsp:txXfrm rot="-5400000">
        <a:off x="2934159" y="120061"/>
        <a:ext cx="8647628" cy="611026"/>
      </dsp:txXfrm>
    </dsp:sp>
    <dsp:sp modelId="{A9940F70-D6C1-459A-9F9A-FE12E7C7EF42}">
      <dsp:nvSpPr>
        <dsp:cNvPr id="0" name=""/>
        <dsp:cNvSpPr/>
      </dsp:nvSpPr>
      <dsp:spPr>
        <a:xfrm>
          <a:off x="1965" y="2363"/>
          <a:ext cx="2932193" cy="846421"/>
        </a:xfrm>
        <a:prstGeom prst="round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/>
            <a:t>Advanced Workflow Automation</a:t>
          </a:r>
          <a:endParaRPr lang="en-US" sz="1800" kern="1200" dirty="0"/>
        </a:p>
      </dsp:txBody>
      <dsp:txXfrm>
        <a:off x="43284" y="43682"/>
        <a:ext cx="2849555" cy="763783"/>
      </dsp:txXfrm>
    </dsp:sp>
    <dsp:sp modelId="{42E60A83-C44E-445F-A1A3-29B7A8FA7BEF}">
      <dsp:nvSpPr>
        <dsp:cNvPr id="0" name=""/>
        <dsp:cNvSpPr/>
      </dsp:nvSpPr>
      <dsp:spPr>
        <a:xfrm rot="5400000">
          <a:off x="6935932" y="-3026025"/>
          <a:ext cx="677136" cy="8680683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Automatic generation and distribution of operational and SLA reports ensure consistent visibility and reduce manual effort.</a:t>
          </a:r>
        </a:p>
      </dsp:txBody>
      <dsp:txXfrm rot="-5400000">
        <a:off x="2934159" y="1008803"/>
        <a:ext cx="8647628" cy="611026"/>
      </dsp:txXfrm>
    </dsp:sp>
    <dsp:sp modelId="{07CEE95F-DD34-4B97-92EC-47FAD169E44C}">
      <dsp:nvSpPr>
        <dsp:cNvPr id="0" name=""/>
        <dsp:cNvSpPr/>
      </dsp:nvSpPr>
      <dsp:spPr>
        <a:xfrm>
          <a:off x="1965" y="891105"/>
          <a:ext cx="2932193" cy="846421"/>
        </a:xfrm>
        <a:prstGeom prst="roundRect">
          <a:avLst/>
        </a:prstGeom>
        <a:solidFill>
          <a:schemeClr val="accent5">
            <a:shade val="50000"/>
            <a:hueOff val="133703"/>
            <a:satOff val="3582"/>
            <a:lumOff val="157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b="1" kern="1200" dirty="0"/>
            <a:t>Scheduled Reporting</a:t>
          </a:r>
          <a:endParaRPr lang="en-US" sz="1800" kern="1200" dirty="0"/>
        </a:p>
      </dsp:txBody>
      <dsp:txXfrm>
        <a:off x="43284" y="932424"/>
        <a:ext cx="2849555" cy="763783"/>
      </dsp:txXfrm>
    </dsp:sp>
    <dsp:sp modelId="{45CF6886-0D81-48E6-BE05-CBAD72F2B323}">
      <dsp:nvSpPr>
        <dsp:cNvPr id="0" name=""/>
        <dsp:cNvSpPr/>
      </dsp:nvSpPr>
      <dsp:spPr>
        <a:xfrm rot="5400000">
          <a:off x="6935932" y="-2137283"/>
          <a:ext cx="677136" cy="8680683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Deeper integration with key platforms within the Ticket to resolve them quicker.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Further integration with Outlook and MS Teams for auto ticketing of user queries.</a:t>
          </a:r>
        </a:p>
      </dsp:txBody>
      <dsp:txXfrm rot="-5400000">
        <a:off x="2934159" y="1897545"/>
        <a:ext cx="8647628" cy="611026"/>
      </dsp:txXfrm>
    </dsp:sp>
    <dsp:sp modelId="{D5811638-5725-4F3A-A935-01EF67C58A7D}">
      <dsp:nvSpPr>
        <dsp:cNvPr id="0" name=""/>
        <dsp:cNvSpPr/>
      </dsp:nvSpPr>
      <dsp:spPr>
        <a:xfrm>
          <a:off x="1965" y="1779847"/>
          <a:ext cx="2932193" cy="846421"/>
        </a:xfrm>
        <a:prstGeom prst="roundRect">
          <a:avLst/>
        </a:prstGeom>
        <a:solidFill>
          <a:schemeClr val="accent5">
            <a:shade val="50000"/>
            <a:hueOff val="267407"/>
            <a:satOff val="7164"/>
            <a:lumOff val="315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System Integrations</a:t>
          </a:r>
        </a:p>
      </dsp:txBody>
      <dsp:txXfrm>
        <a:off x="43284" y="1821166"/>
        <a:ext cx="2849555" cy="763783"/>
      </dsp:txXfrm>
    </dsp:sp>
    <dsp:sp modelId="{37020766-2699-4331-B770-99EB01A6E87E}">
      <dsp:nvSpPr>
        <dsp:cNvPr id="0" name=""/>
        <dsp:cNvSpPr/>
      </dsp:nvSpPr>
      <dsp:spPr>
        <a:xfrm rot="5400000">
          <a:off x="6761255" y="-1082462"/>
          <a:ext cx="1012285" cy="8672205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Trained AI agent on historical data to Summarize a ticket and gather relevant information to reduce back and forth.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Gather/learn from similar tickets to assist in ticket resolution.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AI agent to create knowledge base for users to resolve tickets by themselves.</a:t>
          </a:r>
        </a:p>
      </dsp:txBody>
      <dsp:txXfrm rot="-5400000">
        <a:off x="2931295" y="2796914"/>
        <a:ext cx="8622789" cy="913453"/>
      </dsp:txXfrm>
    </dsp:sp>
    <dsp:sp modelId="{BB57541D-2D54-4C3A-AC96-1711E928ACDB}">
      <dsp:nvSpPr>
        <dsp:cNvPr id="0" name=""/>
        <dsp:cNvSpPr/>
      </dsp:nvSpPr>
      <dsp:spPr>
        <a:xfrm>
          <a:off x="1965" y="2668590"/>
          <a:ext cx="2929330" cy="1170101"/>
        </a:xfrm>
        <a:prstGeom prst="roundRect">
          <a:avLst/>
        </a:prstGeom>
        <a:solidFill>
          <a:schemeClr val="accent5">
            <a:shade val="50000"/>
            <a:hueOff val="267407"/>
            <a:satOff val="7164"/>
            <a:lumOff val="3156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AI-Driven Ticket Resolution</a:t>
          </a:r>
        </a:p>
      </dsp:txBody>
      <dsp:txXfrm>
        <a:off x="59085" y="2725710"/>
        <a:ext cx="2815090" cy="1055861"/>
      </dsp:txXfrm>
    </dsp:sp>
    <dsp:sp modelId="{E5FB0435-37AF-4BF0-83BD-F8A949DD723A}">
      <dsp:nvSpPr>
        <dsp:cNvPr id="0" name=""/>
        <dsp:cNvSpPr/>
      </dsp:nvSpPr>
      <dsp:spPr>
        <a:xfrm rot="5400000">
          <a:off x="7062355" y="-129287"/>
          <a:ext cx="677136" cy="8867021"/>
        </a:xfrm>
        <a:prstGeom prst="round2SameRect">
          <a:avLst/>
        </a:prstGeom>
        <a:solidFill>
          <a:schemeClr val="accent5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In depth analysis of key metrices for each team with categorization of delay concerns, types of tickets etc.</a:t>
          </a:r>
        </a:p>
      </dsp:txBody>
      <dsp:txXfrm rot="-5400000">
        <a:off x="2967413" y="3998710"/>
        <a:ext cx="8833966" cy="611026"/>
      </dsp:txXfrm>
    </dsp:sp>
    <dsp:sp modelId="{3AD4740C-2FE1-4551-8706-89F1A94F835B}">
      <dsp:nvSpPr>
        <dsp:cNvPr id="0" name=""/>
        <dsp:cNvSpPr/>
      </dsp:nvSpPr>
      <dsp:spPr>
        <a:xfrm>
          <a:off x="1965" y="3881012"/>
          <a:ext cx="2965447" cy="846421"/>
        </a:xfrm>
        <a:prstGeom prst="roundRect">
          <a:avLst/>
        </a:prstGeom>
        <a:solidFill>
          <a:schemeClr val="accent5">
            <a:shade val="50000"/>
            <a:hueOff val="133703"/>
            <a:satOff val="3582"/>
            <a:lumOff val="157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Monitoring</a:t>
          </a:r>
        </a:p>
      </dsp:txBody>
      <dsp:txXfrm>
        <a:off x="43284" y="3922331"/>
        <a:ext cx="2882809" cy="763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38CE-FB80-428C-8424-D6A76979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417E2-14B4-494B-9F7D-BA02C65D7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B143-1C1F-4BF3-8DA8-9F15E169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F6148-8947-4B91-BF3A-DC537AC8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0A9E5-7508-47B7-9011-E66D176B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26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123A-461F-4EAD-AB17-B1017C70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9A16-834F-4E24-B940-2044E8108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131B3-63E5-4D9B-911D-75F48174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223E6-D67B-4817-9C7A-BCDAC552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CD5-1D0F-441C-BA5A-8AD92575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5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0416-3E4C-463B-BEE8-F2E67413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80C76-F13D-4041-A1E6-BD32132AB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C9683-31CD-4FDB-A2E7-FEC9FFE55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17DEF-4E7B-4BD3-BF0E-2C2DD783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15115-357C-4A39-BEDF-397958591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34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1CAE-F0F4-4545-B112-1A905362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A8800-7A21-4D4B-AF6F-270DD5E17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EF42F-12C7-4672-89EC-E4437C4A1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DE5AC-3A96-46D7-A832-0E62DC95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34CA4-772D-4D15-99F4-69D35DFF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FFC00-4F51-42B3-9A92-D4A219DE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13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18DE-A725-430A-927B-566AB7875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736CF-66BC-4C19-A157-3AF5ECD18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F7E8A-6D46-4DD4-A094-EEB7F2FC7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A34AE-FA1F-4CAB-B91D-EA5F46147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42881-6B03-4E91-9F69-C4BEF8B69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FA548-C5BA-40E1-BD89-39615F5E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DC78BD-00ED-434E-93DC-04B0B914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8F851-36A8-49FE-8F2D-8611594C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9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B6606-404D-4FE5-B5E4-8E49F28BB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3CA6C-85A3-4745-9702-6285C411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2114C-5EB5-49CD-8CE7-D3EFFF4F4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A575A-DD0C-4336-8C9F-E16FAF10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4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BC35C-99BC-4C0D-896B-145F4002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5A579D-C79B-4B78-9D76-3BBFD9BD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04D50-3802-469F-A4E9-9BCCCFAA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8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F87A-EFF6-43A1-B3FF-2D51EB5F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C7052-FEC5-4B66-BDC4-F6DF15FE0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44991-C38D-4289-A685-231E6A1E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E1AD6-1538-4945-9BFB-90E66B46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DFA9E-E564-4C17-A216-91CF55E1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E9B29-3CBB-4970-9C59-E5045104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79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B19E-3EBE-464F-9D21-6F6C71598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D0643-2D59-4321-A51C-4DB4069D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9E46E-70B0-4C0C-B860-67C3F243B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1CE66-6899-4116-971F-1342753E9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78DDF-6A1F-42FC-B4E6-D7623A74D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589EB-FEEA-4829-B1D9-6E67383C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27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79A2-E04C-4FAB-A1B2-D6980E49B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B9564-9F7C-40C6-B771-71D5295CE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0599-DCAE-4A12-BCBF-7401ACF4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891B9-0895-4876-91D6-0EAB1A54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6B16D-029B-49F3-B157-83372558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85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0ACD7-3158-43E0-A93C-9D7D07AAF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C5520-7501-46A8-9BDA-B11B03E0C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0900C-65DE-452A-8CC1-E58C1652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482F-11CF-4298-B4C4-97DB5CF6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72871-FF32-49ED-BD57-A725D2DE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9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11D671-9B10-446F-A75B-EB612CC6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FD766-C53F-4B4C-B889-E396EBECA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67ECF-D837-40D8-BFEC-27128A4AC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F44A9-C95F-4AA6-9F31-BDBC05DE9C7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A50E6-B4A9-4505-B242-54BB145BF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DF55F-B458-417C-8A13-FF41F0FD9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62019-6C13-4DD6-81B4-AC3F95ABCE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7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nishisme.github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978E-C083-4351-9A96-B5018684BC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ENTERPRISE SERVICE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4D743-EF8E-48C6-A0F4-EBEC2A258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Service Modernization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0E4F5-46DE-472C-B47C-6060A61F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121" y="3268966"/>
            <a:ext cx="205758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25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0F65-8AC3-4C84-8E4A-C5D608820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84AF4-225A-4692-91D0-AD4EDAE2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Background &amp; Current-State Findings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New ESM Tool – Key Capabilities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Module Overview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Product Demo (Prototype Walkthrough)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Future Enhancements &amp; Long-Term Roadmap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Build Effort, Team Capacity &amp; Timeline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Q&amp;A / Discussion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97B056-EE03-436D-AED7-ACADA3419117}"/>
              </a:ext>
            </a:extLst>
          </p:cNvPr>
          <p:cNvSpPr/>
          <p:nvPr/>
        </p:nvSpPr>
        <p:spPr>
          <a:xfrm>
            <a:off x="10082254" y="0"/>
            <a:ext cx="2109746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2647-4E8A-463F-8203-FB9C9C7C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Background &amp; Current-State Findings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9D6B6-BBE9-4235-BA00-7E23104F4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16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Fragmented Service Ecosystem - </a:t>
            </a:r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Multiple non-integrated tools cause confusion, duplication, and lack of consolidated ticket visibility.</a:t>
            </a:r>
          </a:p>
          <a:p>
            <a:pPr>
              <a:spcBef>
                <a:spcPts val="2500"/>
              </a:spcBef>
            </a:pPr>
            <a:r>
              <a:rPr lang="en-US" sz="16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Incomplete Ticket Information - </a:t>
            </a:r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Users often provide insufficient details causing repeated follow-ups and SLA breaches.</a:t>
            </a:r>
          </a:p>
          <a:p>
            <a:pPr>
              <a:spcBef>
                <a:spcPts val="2500"/>
              </a:spcBef>
            </a:pPr>
            <a:r>
              <a:rPr lang="en-US" sz="16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Ineffective Ticket Routing - </a:t>
            </a:r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Lack of seamless ticket escalation leads to broken continuity and lost audit trails.</a:t>
            </a:r>
          </a:p>
          <a:p>
            <a:pPr>
              <a:spcBef>
                <a:spcPts val="2500"/>
              </a:spcBef>
            </a:pPr>
            <a:r>
              <a:rPr lang="en-US" sz="16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Dependency on Backend Configuration - </a:t>
            </a:r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Technical interventions for simple changes reduce agility and slow operational improvements.</a:t>
            </a:r>
          </a:p>
          <a:p>
            <a:pPr>
              <a:spcBef>
                <a:spcPts val="2500"/>
              </a:spcBef>
            </a:pPr>
            <a:r>
              <a:rPr lang="en-US" sz="16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Offline Critical Conversations - </a:t>
            </a:r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Critical clarifications happen over calls/emails, leading to loss of audit trail, inconsistent updates, and incomplete visibility for stakeholders.</a:t>
            </a:r>
          </a:p>
          <a:p>
            <a:pPr>
              <a:spcBef>
                <a:spcPts val="2500"/>
              </a:spcBef>
            </a:pPr>
            <a:r>
              <a:rPr lang="en-US" sz="16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Incorrect Internal Closures - </a:t>
            </a:r>
            <a:r>
              <a:rPr lang="en-US" sz="1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 panose="020F0502020204030204"/>
              </a:rPr>
              <a:t>Tickets get closed prematurely when responsibility shifts between internal teams (e.g., website vs. system issues), causing duplicate tickets and fragmented resolution journeys for the user.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4A831D-0CF1-4ECD-A3BA-FF4B98DE8087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534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2647-4E8A-463F-8203-FB9C9C7C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Foundational Capabilities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4A831D-0CF1-4ECD-A3BA-FF4B98DE8087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C0FB100-2D69-483D-AECB-2C1D40881B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55790"/>
              </p:ext>
            </p:extLst>
          </p:nvPr>
        </p:nvGraphicFramePr>
        <p:xfrm>
          <a:off x="628316" y="1443789"/>
          <a:ext cx="11202737" cy="4806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F67847-4F20-417F-9B26-2A9B770EEDB2}"/>
              </a:ext>
            </a:extLst>
          </p:cNvPr>
          <p:cNvSpPr txBox="1"/>
          <p:nvPr/>
        </p:nvSpPr>
        <p:spPr>
          <a:xfrm>
            <a:off x="537411" y="6448926"/>
            <a:ext cx="105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*Need further detailed research(MVP 3)</a:t>
            </a:r>
          </a:p>
        </p:txBody>
      </p:sp>
    </p:spTree>
    <p:extLst>
      <p:ext uri="{BB962C8B-B14F-4D97-AF65-F5344CB8AC3E}">
        <p14:creationId xmlns:p14="http://schemas.microsoft.com/office/powerpoint/2010/main" val="3960885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658DD3-6740-403B-ADF0-4AC93FD6D5D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Core ITSM Modules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FD1C93-389C-4255-ABB0-5708EB9BBC8C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6" name="Picture 6">
            <a:extLst>
              <a:ext uri="{FF2B5EF4-FFF2-40B4-BE49-F238E27FC236}">
                <a16:creationId xmlns:a16="http://schemas.microsoft.com/office/drawing/2014/main" id="{03528287-CCC8-4DDD-A23C-5CB06ADA7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241" y="0"/>
            <a:ext cx="4255259" cy="139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091BE1A8-7257-4D96-8D1E-D404D8B4A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8" y="1851146"/>
            <a:ext cx="2086978" cy="372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859EF8B4-AF7C-4F11-A3E0-1E62808CA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701" y="1851146"/>
            <a:ext cx="3654792" cy="500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>
            <a:extLst>
              <a:ext uri="{FF2B5EF4-FFF2-40B4-BE49-F238E27FC236}">
                <a16:creationId xmlns:a16="http://schemas.microsoft.com/office/drawing/2014/main" id="{66AA0C07-CA90-48BA-9F1E-DF7391172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231" y="1851146"/>
            <a:ext cx="2168103" cy="269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8B2A6EB5-E258-4921-9086-750E5EB43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2326" y="1851146"/>
            <a:ext cx="1918841" cy="151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>
            <a:extLst>
              <a:ext uri="{FF2B5EF4-FFF2-40B4-BE49-F238E27FC236}">
                <a16:creationId xmlns:a16="http://schemas.microsoft.com/office/drawing/2014/main" id="{E8CD87C0-0421-4735-80C1-8DEBF39EE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626" y="1868160"/>
            <a:ext cx="2011802" cy="169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>
            <a:extLst>
              <a:ext uri="{FF2B5EF4-FFF2-40B4-BE49-F238E27FC236}">
                <a16:creationId xmlns:a16="http://schemas.microsoft.com/office/drawing/2014/main" id="{3C556618-5E80-4A58-95EB-FA25A2ADC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241" y="4042213"/>
            <a:ext cx="1816728" cy="175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>
            <a:extLst>
              <a:ext uri="{FF2B5EF4-FFF2-40B4-BE49-F238E27FC236}">
                <a16:creationId xmlns:a16="http://schemas.microsoft.com/office/drawing/2014/main" id="{C3274DF7-A619-407F-9103-A712BB03A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325" y="4042212"/>
            <a:ext cx="1732103" cy="153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13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D19C2E-E954-4F2A-9BF0-D2379F2B1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81919"/>
              </p:ext>
            </p:extLst>
          </p:nvPr>
        </p:nvGraphicFramePr>
        <p:xfrm>
          <a:off x="182879" y="1325563"/>
          <a:ext cx="11826241" cy="5200450"/>
        </p:xfrm>
        <a:graphic>
          <a:graphicData uri="http://schemas.openxmlformats.org/drawingml/2006/table">
            <a:tbl>
              <a:tblPr/>
              <a:tblGrid>
                <a:gridCol w="640792">
                  <a:extLst>
                    <a:ext uri="{9D8B030D-6E8A-4147-A177-3AD203B41FA5}">
                      <a16:colId xmlns:a16="http://schemas.microsoft.com/office/drawing/2014/main" val="4244061904"/>
                    </a:ext>
                  </a:extLst>
                </a:gridCol>
                <a:gridCol w="1387028">
                  <a:extLst>
                    <a:ext uri="{9D8B030D-6E8A-4147-A177-3AD203B41FA5}">
                      <a16:colId xmlns:a16="http://schemas.microsoft.com/office/drawing/2014/main" val="3364887912"/>
                    </a:ext>
                  </a:extLst>
                </a:gridCol>
                <a:gridCol w="1370806">
                  <a:extLst>
                    <a:ext uri="{9D8B030D-6E8A-4147-A177-3AD203B41FA5}">
                      <a16:colId xmlns:a16="http://schemas.microsoft.com/office/drawing/2014/main" val="1459077069"/>
                    </a:ext>
                  </a:extLst>
                </a:gridCol>
                <a:gridCol w="1930484">
                  <a:extLst>
                    <a:ext uri="{9D8B030D-6E8A-4147-A177-3AD203B41FA5}">
                      <a16:colId xmlns:a16="http://schemas.microsoft.com/office/drawing/2014/main" val="964846444"/>
                    </a:ext>
                  </a:extLst>
                </a:gridCol>
                <a:gridCol w="1273469">
                  <a:extLst>
                    <a:ext uri="{9D8B030D-6E8A-4147-A177-3AD203B41FA5}">
                      <a16:colId xmlns:a16="http://schemas.microsoft.com/office/drawing/2014/main" val="2815798747"/>
                    </a:ext>
                  </a:extLst>
                </a:gridCol>
                <a:gridCol w="1614145">
                  <a:extLst>
                    <a:ext uri="{9D8B030D-6E8A-4147-A177-3AD203B41FA5}">
                      <a16:colId xmlns:a16="http://schemas.microsoft.com/office/drawing/2014/main" val="1977102708"/>
                    </a:ext>
                  </a:extLst>
                </a:gridCol>
                <a:gridCol w="1443806">
                  <a:extLst>
                    <a:ext uri="{9D8B030D-6E8A-4147-A177-3AD203B41FA5}">
                      <a16:colId xmlns:a16="http://schemas.microsoft.com/office/drawing/2014/main" val="1964251878"/>
                    </a:ext>
                  </a:extLst>
                </a:gridCol>
                <a:gridCol w="1208580">
                  <a:extLst>
                    <a:ext uri="{9D8B030D-6E8A-4147-A177-3AD203B41FA5}">
                      <a16:colId xmlns:a16="http://schemas.microsoft.com/office/drawing/2014/main" val="3004168537"/>
                    </a:ext>
                  </a:extLst>
                </a:gridCol>
                <a:gridCol w="957131">
                  <a:extLst>
                    <a:ext uri="{9D8B030D-6E8A-4147-A177-3AD203B41FA5}">
                      <a16:colId xmlns:a16="http://schemas.microsoft.com/office/drawing/2014/main" val="4231855759"/>
                    </a:ext>
                  </a:extLst>
                </a:gridCol>
              </a:tblGrid>
              <a:tr h="1252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3688" marR="3688" marT="36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Navigation From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Screen Name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Contains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Functional Head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Manager/Supervisor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Member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users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489903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Default-ESM tool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Raise A Ticket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64532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Team's Dashboard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192587"/>
                  </a:ext>
                </a:extLst>
              </a:tr>
              <a:tr h="360800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Team's Ticket's Dashboard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091309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Ticket Builder Dashboard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541509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 Ticket's Dashboard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61938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Monitoring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645538"/>
                  </a:ext>
                </a:extLst>
              </a:tr>
              <a:tr h="24554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FAQ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209894"/>
                  </a:ext>
                </a:extLst>
              </a:tr>
              <a:tr h="365812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Raise A Ticket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 A Ticket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81437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Team's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Team(s)- owners, description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403218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Edit Team's structure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222350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Delete Team(Archive/Inactive)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321158"/>
                  </a:ext>
                </a:extLst>
              </a:tr>
              <a:tr h="24554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 A New Team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279028"/>
                  </a:ext>
                </a:extLst>
              </a:tr>
              <a:tr h="24053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Team's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Details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Team details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838032"/>
                  </a:ext>
                </a:extLst>
              </a:tr>
              <a:tr h="12527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Edit Team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452637"/>
                  </a:ext>
                </a:extLst>
              </a:tr>
              <a:tr h="24554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Team's Ticket's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Tickets/assigned by/assigned to/stage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Y(O)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Y(M)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236981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Team's Ticket Dashboard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 Ticket(s)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Details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Ticket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296806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Clone Ticket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781884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Take action(comment/change assignment/change stage)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74818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4FE0D63-D2C2-4194-969C-9B68B3D5D25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Screens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58E10C-9307-4CDB-A29B-94744DE113E3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C26418-5AAD-4256-BB78-55BB3F26D9D9}"/>
              </a:ext>
            </a:extLst>
          </p:cNvPr>
          <p:cNvSpPr txBox="1"/>
          <p:nvPr/>
        </p:nvSpPr>
        <p:spPr>
          <a:xfrm>
            <a:off x="248653" y="6526013"/>
            <a:ext cx="105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*(O) represents owner of the department/team</a:t>
            </a:r>
          </a:p>
        </p:txBody>
      </p:sp>
    </p:spTree>
    <p:extLst>
      <p:ext uri="{BB962C8B-B14F-4D97-AF65-F5344CB8AC3E}">
        <p14:creationId xmlns:p14="http://schemas.microsoft.com/office/powerpoint/2010/main" val="60864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9DEAC5-4DE8-4ADC-893F-E5562A29C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36711"/>
              </p:ext>
            </p:extLst>
          </p:nvPr>
        </p:nvGraphicFramePr>
        <p:xfrm>
          <a:off x="182879" y="1602105"/>
          <a:ext cx="11826241" cy="3347160"/>
        </p:xfrm>
        <a:graphic>
          <a:graphicData uri="http://schemas.openxmlformats.org/drawingml/2006/table">
            <a:tbl>
              <a:tblPr/>
              <a:tblGrid>
                <a:gridCol w="640792">
                  <a:extLst>
                    <a:ext uri="{9D8B030D-6E8A-4147-A177-3AD203B41FA5}">
                      <a16:colId xmlns:a16="http://schemas.microsoft.com/office/drawing/2014/main" val="2943038978"/>
                    </a:ext>
                  </a:extLst>
                </a:gridCol>
                <a:gridCol w="1387028">
                  <a:extLst>
                    <a:ext uri="{9D8B030D-6E8A-4147-A177-3AD203B41FA5}">
                      <a16:colId xmlns:a16="http://schemas.microsoft.com/office/drawing/2014/main" val="1668014850"/>
                    </a:ext>
                  </a:extLst>
                </a:gridCol>
                <a:gridCol w="1370806">
                  <a:extLst>
                    <a:ext uri="{9D8B030D-6E8A-4147-A177-3AD203B41FA5}">
                      <a16:colId xmlns:a16="http://schemas.microsoft.com/office/drawing/2014/main" val="1924543542"/>
                    </a:ext>
                  </a:extLst>
                </a:gridCol>
                <a:gridCol w="1930484">
                  <a:extLst>
                    <a:ext uri="{9D8B030D-6E8A-4147-A177-3AD203B41FA5}">
                      <a16:colId xmlns:a16="http://schemas.microsoft.com/office/drawing/2014/main" val="3307336823"/>
                    </a:ext>
                  </a:extLst>
                </a:gridCol>
                <a:gridCol w="1273469">
                  <a:extLst>
                    <a:ext uri="{9D8B030D-6E8A-4147-A177-3AD203B41FA5}">
                      <a16:colId xmlns:a16="http://schemas.microsoft.com/office/drawing/2014/main" val="1642893603"/>
                    </a:ext>
                  </a:extLst>
                </a:gridCol>
                <a:gridCol w="1614145">
                  <a:extLst>
                    <a:ext uri="{9D8B030D-6E8A-4147-A177-3AD203B41FA5}">
                      <a16:colId xmlns:a16="http://schemas.microsoft.com/office/drawing/2014/main" val="3981465153"/>
                    </a:ext>
                  </a:extLst>
                </a:gridCol>
                <a:gridCol w="1443806">
                  <a:extLst>
                    <a:ext uri="{9D8B030D-6E8A-4147-A177-3AD203B41FA5}">
                      <a16:colId xmlns:a16="http://schemas.microsoft.com/office/drawing/2014/main" val="1825815380"/>
                    </a:ext>
                  </a:extLst>
                </a:gridCol>
                <a:gridCol w="1208580">
                  <a:extLst>
                    <a:ext uri="{9D8B030D-6E8A-4147-A177-3AD203B41FA5}">
                      <a16:colId xmlns:a16="http://schemas.microsoft.com/office/drawing/2014/main" val="2150812332"/>
                    </a:ext>
                  </a:extLst>
                </a:gridCol>
                <a:gridCol w="957131">
                  <a:extLst>
                    <a:ext uri="{9D8B030D-6E8A-4147-A177-3AD203B41FA5}">
                      <a16:colId xmlns:a16="http://schemas.microsoft.com/office/drawing/2014/main" val="1401507865"/>
                    </a:ext>
                  </a:extLst>
                </a:gridCol>
              </a:tblGrid>
              <a:tr h="1202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3688" marR="3688" marT="36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Navigation From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Screen Name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Contains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Functional Head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Manager/Supervisor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Member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 users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17591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Ticket Builder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all ticket(s) form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Y(M)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312019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 A new Ticket form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319538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Edit A Ticket form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674355"/>
                  </a:ext>
                </a:extLst>
              </a:tr>
              <a:tr h="12527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Delete Ticket Form(Archive/Inactive)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0332874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Ticket Builder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Form Details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Ticket Form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Y(M)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078790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Edit Ticket Form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377635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View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Y(M)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199037"/>
                  </a:ext>
                </a:extLst>
              </a:tr>
              <a:tr h="12527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Edit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670324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Form details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Details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View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Y(M)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531716"/>
                  </a:ext>
                </a:extLst>
              </a:tr>
              <a:tr h="12527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Edit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Y(Team's owned)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918214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My Ticket's 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Ticket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403383"/>
                  </a:ext>
                </a:extLst>
              </a:tr>
              <a:tr h="225501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Take action(comment/change assignment/change stage)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197510"/>
                  </a:ext>
                </a:extLst>
              </a:tr>
              <a:tr h="120267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Monitoring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134471"/>
                  </a:ext>
                </a:extLst>
              </a:tr>
              <a:tr h="125278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688" marR="3688" marT="36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FAQ(s)</a:t>
                      </a:r>
                    </a:p>
                  </a:txBody>
                  <a:tcPr marL="3688" marR="3688" marT="36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 FAQ(s)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688" marR="3688" marT="36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20651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22FFD8D-CB61-4EA7-906F-A2665C8A632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Screens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F9F8B1-B72C-4B45-B554-4D6394106B85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3C0481-A4CF-4B1F-B2C8-E3D243FDE6C1}"/>
              </a:ext>
            </a:extLst>
          </p:cNvPr>
          <p:cNvSpPr txBox="1"/>
          <p:nvPr/>
        </p:nvSpPr>
        <p:spPr>
          <a:xfrm>
            <a:off x="248653" y="6526013"/>
            <a:ext cx="1051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*(M) represents member of the team</a:t>
            </a:r>
          </a:p>
        </p:txBody>
      </p:sp>
    </p:spTree>
    <p:extLst>
      <p:ext uri="{BB962C8B-B14F-4D97-AF65-F5344CB8AC3E}">
        <p14:creationId xmlns:p14="http://schemas.microsoft.com/office/powerpoint/2010/main" val="106087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9A65-06FF-4691-8743-2E78CE6FB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240" y="2233930"/>
            <a:ext cx="4678680" cy="6330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 to </a:t>
            </a:r>
            <a:r>
              <a:rPr lang="en-US" dirty="0">
                <a:hlinkClick r:id="rId2"/>
              </a:rPr>
              <a:t>ESM Console – Home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788F8E-B9FD-4928-91F4-B3D3A876AF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Prototype demo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F07E4F-AE27-484F-BEE5-7C2B10B933AB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982EC2-C2EE-4466-BE65-5A175C0A123F}"/>
              </a:ext>
            </a:extLst>
          </p:cNvPr>
          <p:cNvSpPr/>
          <p:nvPr/>
        </p:nvSpPr>
        <p:spPr>
          <a:xfrm>
            <a:off x="853440" y="3098482"/>
            <a:ext cx="3037840" cy="902336"/>
          </a:xfrm>
          <a:prstGeom prst="roundRect">
            <a:avLst/>
          </a:prstGeom>
          <a:ln w="28575">
            <a:solidFill>
              <a:srgbClr val="002060"/>
            </a:solidFill>
          </a:ln>
          <a:effectLst>
            <a:outerShdw blurRad="50800" dist="88900" dir="3000000" sx="101000" sy="101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Tangible Vision in UI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0465CB-A7AB-40A2-AD74-EBE10BC316A1}"/>
              </a:ext>
            </a:extLst>
          </p:cNvPr>
          <p:cNvSpPr/>
          <p:nvPr/>
        </p:nvSpPr>
        <p:spPr>
          <a:xfrm>
            <a:off x="4805680" y="3098482"/>
            <a:ext cx="3037840" cy="902336"/>
          </a:xfrm>
          <a:prstGeom prst="roundRect">
            <a:avLst/>
          </a:prstGeom>
          <a:ln w="28575">
            <a:solidFill>
              <a:srgbClr val="002060"/>
            </a:solidFill>
          </a:ln>
          <a:effectLst>
            <a:outerShdw blurRad="50800" dist="88900" dir="3000000" sx="101000" sy="101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User Management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C15049-F1FF-42A6-B57B-8629046C5C13}"/>
              </a:ext>
            </a:extLst>
          </p:cNvPr>
          <p:cNvSpPr/>
          <p:nvPr/>
        </p:nvSpPr>
        <p:spPr>
          <a:xfrm>
            <a:off x="8757920" y="3098482"/>
            <a:ext cx="3037840" cy="902336"/>
          </a:xfrm>
          <a:prstGeom prst="roundRect">
            <a:avLst/>
          </a:prstGeom>
          <a:ln w="28575">
            <a:solidFill>
              <a:srgbClr val="002060"/>
            </a:solidFill>
          </a:ln>
          <a:effectLst>
            <a:outerShdw blurRad="50800" dist="88900" dir="3000000" sx="101000" sy="101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Core ITSM Capabilities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797E2A-2689-40C4-9C8B-F8B19FF597F7}"/>
              </a:ext>
            </a:extLst>
          </p:cNvPr>
          <p:cNvSpPr/>
          <p:nvPr/>
        </p:nvSpPr>
        <p:spPr>
          <a:xfrm>
            <a:off x="2946400" y="4433887"/>
            <a:ext cx="3037840" cy="902336"/>
          </a:xfrm>
          <a:prstGeom prst="roundRect">
            <a:avLst/>
          </a:prstGeom>
          <a:ln w="28575">
            <a:solidFill>
              <a:srgbClr val="002060"/>
            </a:solidFill>
          </a:ln>
          <a:effectLst>
            <a:outerShdw blurRad="50800" dist="88900" dir="3000000" sx="101000" sy="101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Ticket/Workflow Orchestrator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3693E8-316D-4F96-A483-7BA5B9463733}"/>
              </a:ext>
            </a:extLst>
          </p:cNvPr>
          <p:cNvSpPr/>
          <p:nvPr/>
        </p:nvSpPr>
        <p:spPr>
          <a:xfrm>
            <a:off x="7157720" y="4433887"/>
            <a:ext cx="3037840" cy="902336"/>
          </a:xfrm>
          <a:prstGeom prst="roundRect">
            <a:avLst/>
          </a:prstGeom>
          <a:ln w="28575">
            <a:solidFill>
              <a:srgbClr val="002060"/>
            </a:solidFill>
          </a:ln>
          <a:effectLst>
            <a:outerShdw blurRad="50800" dist="88900" dir="3000000" sx="101000" sy="101000" algn="tl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Interactive Live Demo</a:t>
            </a:r>
          </a:p>
        </p:txBody>
      </p:sp>
    </p:spTree>
    <p:extLst>
      <p:ext uri="{BB962C8B-B14F-4D97-AF65-F5344CB8AC3E}">
        <p14:creationId xmlns:p14="http://schemas.microsoft.com/office/powerpoint/2010/main" val="314142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1830F40-14AA-49B3-943A-1B066C158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320082"/>
              </p:ext>
            </p:extLst>
          </p:nvPr>
        </p:nvGraphicFramePr>
        <p:xfrm>
          <a:off x="182880" y="1325563"/>
          <a:ext cx="11836400" cy="4729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06A85DA9-8FDB-4EC7-B711-A0897B18920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Enhancements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6F303D-37F7-4327-AFE0-1AF068EDC2D4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7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0D4C3B-46CC-414A-8C72-FC7E896A3F2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Capacity Estimation(MVP 1)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064289-835E-42B4-A3BA-8A00334802EE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11BD46-5A17-4A5C-96CE-EDB5A8313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959600"/>
              </p:ext>
            </p:extLst>
          </p:nvPr>
        </p:nvGraphicFramePr>
        <p:xfrm>
          <a:off x="240632" y="1253373"/>
          <a:ext cx="11369041" cy="5449180"/>
        </p:xfrm>
        <a:graphic>
          <a:graphicData uri="http://schemas.openxmlformats.org/drawingml/2006/table">
            <a:tbl>
              <a:tblPr/>
              <a:tblGrid>
                <a:gridCol w="1808710">
                  <a:extLst>
                    <a:ext uri="{9D8B030D-6E8A-4147-A177-3AD203B41FA5}">
                      <a16:colId xmlns:a16="http://schemas.microsoft.com/office/drawing/2014/main" val="16462448"/>
                    </a:ext>
                  </a:extLst>
                </a:gridCol>
                <a:gridCol w="6638565">
                  <a:extLst>
                    <a:ext uri="{9D8B030D-6E8A-4147-A177-3AD203B41FA5}">
                      <a16:colId xmlns:a16="http://schemas.microsoft.com/office/drawing/2014/main" val="1693992807"/>
                    </a:ext>
                  </a:extLst>
                </a:gridCol>
                <a:gridCol w="973922">
                  <a:extLst>
                    <a:ext uri="{9D8B030D-6E8A-4147-A177-3AD203B41FA5}">
                      <a16:colId xmlns:a16="http://schemas.microsoft.com/office/drawing/2014/main" val="777797054"/>
                    </a:ext>
                  </a:extLst>
                </a:gridCol>
                <a:gridCol w="973922">
                  <a:extLst>
                    <a:ext uri="{9D8B030D-6E8A-4147-A177-3AD203B41FA5}">
                      <a16:colId xmlns:a16="http://schemas.microsoft.com/office/drawing/2014/main" val="1801744968"/>
                    </a:ext>
                  </a:extLst>
                </a:gridCol>
                <a:gridCol w="973922">
                  <a:extLst>
                    <a:ext uri="{9D8B030D-6E8A-4147-A177-3AD203B41FA5}">
                      <a16:colId xmlns:a16="http://schemas.microsoft.com/office/drawing/2014/main" val="1157454945"/>
                    </a:ext>
                  </a:extLst>
                </a:gridCol>
              </a:tblGrid>
              <a:tr h="17505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Epic</a:t>
                      </a:r>
                    </a:p>
                  </a:txBody>
                  <a:tcPr marL="6694" marR="6694" marT="66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Task</a:t>
                      </a:r>
                    </a:p>
                  </a:txBody>
                  <a:tcPr marL="6694" marR="6694" marT="669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</a:t>
                      </a:r>
                    </a:p>
                  </a:txBody>
                  <a:tcPr marL="6694" marR="6694" marT="669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SP(BE)</a:t>
                      </a:r>
                    </a:p>
                  </a:txBody>
                  <a:tcPr marL="6694" marR="6694" marT="669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SP(FE)</a:t>
                      </a:r>
                    </a:p>
                  </a:txBody>
                  <a:tcPr marL="6694" marR="6694" marT="6694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902543"/>
                  </a:ext>
                </a:extLst>
              </a:tr>
              <a:tr h="1750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Foundations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Create GitHub org &amp; repos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875445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CI/CD pipelines (build, test)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612250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 (Dev/Test)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575439"/>
                  </a:ext>
                </a:extLst>
              </a:tr>
              <a:tr h="1750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Platform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directory integration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152346"/>
                  </a:ext>
                </a:extLst>
              </a:tr>
              <a:tr h="1954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 management-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Roles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access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(es)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367044"/>
                  </a:ext>
                </a:extLst>
              </a:tr>
              <a:tr h="195447">
                <a:tc vMerge="1"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AD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758191"/>
                  </a:ext>
                </a:extLst>
              </a:tr>
              <a:tr h="31893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Teams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Teams API (members, owners, validation)- DB Structure, CRUD operations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967999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Teams UI (list/edit, add/remove members)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90870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Wire FE to Teams API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255108"/>
                  </a:ext>
                </a:extLst>
              </a:tr>
              <a:tr h="17505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Form Builder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 schema model &amp; storage- JSON schema, conditional fields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260658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 Builder UI v1- Field palette, properties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815346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Render form on Create Ticket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19630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 connects to schema API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170810"/>
                  </a:ext>
                </a:extLst>
              </a:tr>
              <a:tr h="175056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Dashboard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Tickets summary &amp; details API 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393474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UI (list/detail/create)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488803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Details UI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13995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Comments &amp; mentions (stub) API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98540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Re-assignment/re-routing/stage update APIs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27674"/>
                  </a:ext>
                </a:extLst>
              </a:tr>
              <a:tr h="17505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orchestrator(stages, transitions, SLAs)- DB, CRUD APIs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915780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Workflow UI- simple linear design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61348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Wire FE to workflow APIs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653833"/>
                  </a:ext>
                </a:extLst>
              </a:tr>
              <a:tr h="17505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SLA/Schedulers</a:t>
                      </a:r>
                    </a:p>
                  </a:txBody>
                  <a:tcPr marL="6694" marR="6694" marT="669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 breaches and reminders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27999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283224"/>
                  </a:ext>
                </a:extLst>
              </a:tr>
              <a:tr h="1750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Monitoring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Aggregate endpoints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563974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Charts UI (bar/pie) &amp; KPI cards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081786"/>
                  </a:ext>
                </a:extLst>
              </a:tr>
              <a:tr h="1750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Dashboard</a:t>
                      </a:r>
                    </a:p>
                  </a:txBody>
                  <a:tcPr marL="6694" marR="6694" marT="669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Role based access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479454"/>
                  </a:ext>
                </a:extLst>
              </a:tr>
              <a:tr h="1750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Wire FE to dashboard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</a:t>
                      </a:r>
                    </a:p>
                  </a:txBody>
                  <a:tcPr marL="6694" marR="6694" marT="66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27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20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978E-C083-4351-9A96-B5018684BC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ARCHIVE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4D743-EF8E-48C6-A0F4-EBEC2A258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0E4F5-46DE-472C-B47C-6060A61FA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121" y="3268966"/>
            <a:ext cx="205758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53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A15D-46A5-4BF3-B487-84EE55D5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Foundational Capabilities(Detailed)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37571-9AE9-4F0D-9512-19C1A261F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705" y="1325563"/>
            <a:ext cx="11794958" cy="4351338"/>
          </a:xfrm>
        </p:spPr>
        <p:txBody>
          <a:bodyPr>
            <a:noAutofit/>
          </a:bodyPr>
          <a:lstStyle/>
          <a:p>
            <a:pPr>
              <a:spcBef>
                <a:spcPts val="2500"/>
              </a:spcBef>
            </a:pPr>
            <a:r>
              <a:rPr lang="en-US" sz="1400" dirty="0"/>
              <a:t>Robust Ticket Management – Creation, editing, commenting, tracking, and cross‑team handling of tickets for consistent service delivery.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Monitoring &amp; Dashboards – Real‑time visibility into SLAs, backlog, ageing, and workload for proactive governance.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Security &amp; Integration – Data protection, audit trails, role‑based access, and seamless integration with internal systems.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Bulk Ticket Operations – Bulk upload, updates, transitions, and multi‑select actions to accelerate operations at scale.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Configurable Form Orchestrator – Dynamic form design and updates without backend dependency.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Configurable Ticket Orchestrator – Rule‑based configuration of ticket states, flows, and transitions across service lines.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Team‑wise Role &amp; Access Management – Granular permissions and operational boundaries for teams and functions.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AI‑Driven Ticket Intelligence – Summarizes tickets, extracts missing details, and identifies similar historical cases.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AI‑Powered Resolution Assist – Suggests solutions based on patterns and knowledge repositories to reduce MTTR.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Advanced SLA Analytics – Deep analysis of SLA breaches, bottlenecks, and repeat failure patterns.</a:t>
            </a:r>
          </a:p>
          <a:p>
            <a:pPr>
              <a:spcBef>
                <a:spcPts val="2500"/>
              </a:spcBef>
            </a:pPr>
            <a:r>
              <a:rPr lang="en-US" sz="1400" dirty="0"/>
              <a:t>Automated Ticketing &amp; Notifications – Auto‑creation of tickets and reminders triggered via email/MS Teams.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BD2AF5-D9D2-40AC-8D44-743131420720}"/>
              </a:ext>
            </a:extLst>
          </p:cNvPr>
          <p:cNvCxnSpPr>
            <a:cxnSpLocks/>
          </p:cNvCxnSpPr>
          <p:nvPr/>
        </p:nvCxnSpPr>
        <p:spPr>
          <a:xfrm>
            <a:off x="100054" y="1097915"/>
            <a:ext cx="6559826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32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1522</Words>
  <Application>Microsoft Office PowerPoint</Application>
  <PresentationFormat>Widescreen</PresentationFormat>
  <Paragraphs>424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ENTERPRISE SERVICE MANAGEMENT</vt:lpstr>
      <vt:lpstr>Agenda</vt:lpstr>
      <vt:lpstr>Background &amp; Current-State Findings</vt:lpstr>
      <vt:lpstr>Foundational Capabilities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ARCHIVE</vt:lpstr>
      <vt:lpstr>Foundational Capabilities(Detailed)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SERVICE MANAGEMENT</dc:title>
  <dc:creator>Saxena, Nishtha</dc:creator>
  <cp:lastModifiedBy>Saxena, Nishtha</cp:lastModifiedBy>
  <cp:revision>18</cp:revision>
  <dcterms:created xsi:type="dcterms:W3CDTF">2026-03-10T03:37:39Z</dcterms:created>
  <dcterms:modified xsi:type="dcterms:W3CDTF">2026-03-11T10:03:17Z</dcterms:modified>
</cp:coreProperties>
</file>